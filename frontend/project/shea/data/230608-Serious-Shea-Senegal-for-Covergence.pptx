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21.xml" ContentType="application/vnd.openxmlformats-officedocument.presentationml.slideMaster+xml"/>
  <Override PartName="/ppt/slideMasters/slideMaster4.xml" ContentType="application/vnd.openxmlformats-officedocument.presentationml.slideMaster+xml"/>
  <Override PartName="/ppt/slideMasters/slideMaster22.xml" ContentType="application/vnd.openxmlformats-officedocument.presentationml.slideMaster+xml"/>
  <Override PartName="/ppt/slideMasters/slideMaster5.xml" ContentType="application/vnd.openxmlformats-officedocument.presentationml.slideMaster+xml"/>
  <Override PartName="/ppt/slideMasters/slideMaster90.xml" ContentType="application/vnd.openxmlformats-officedocument.presentationml.slideMaster+xml"/>
  <Override PartName="/ppt/slideMasters/slideMaster6.xml" ContentType="application/vnd.openxmlformats-officedocument.presentationml.slideMaster+xml"/>
  <Override PartName="/ppt/slideMasters/slideMaster23.xml" ContentType="application/vnd.openxmlformats-officedocument.presentationml.slideMaster+xml"/>
  <Override PartName="/ppt/slideMasters/slideMaster91.xml" ContentType="application/vnd.openxmlformats-officedocument.presentationml.slideMaster+xml"/>
  <Override PartName="/ppt/slideMasters/slideMaster7.xml" ContentType="application/vnd.openxmlformats-officedocument.presentationml.slideMaster+xml"/>
  <Override PartName="/ppt/slideMasters/slideMaster24.xml" ContentType="application/vnd.openxmlformats-officedocument.presentationml.slideMaster+xml"/>
  <Override PartName="/ppt/slideMasters/slideMaster92.xml" ContentType="application/vnd.openxmlformats-officedocument.presentationml.slideMaster+xml"/>
  <Override PartName="/ppt/slideMasters/slideMaster8.xml" ContentType="application/vnd.openxmlformats-officedocument.presentationml.slideMaster+xml"/>
  <Override PartName="/ppt/slideMasters/slideMaster25.xml" ContentType="application/vnd.openxmlformats-officedocument.presentationml.slideMaster+xml"/>
  <Override PartName="/ppt/slideMasters/slideMaster93.xml" ContentType="application/vnd.openxmlformats-officedocument.presentationml.slideMaster+xml"/>
  <Override PartName="/ppt/slideMasters/slideMaster9.xml" ContentType="application/vnd.openxmlformats-officedocument.presentationml.slideMaster+xml"/>
  <Override PartName="/ppt/slideMasters/slideMaster26.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_rels/slideMaster40.xml.rels" ContentType="application/vnd.openxmlformats-package.relationships+xml"/>
  <Override PartName="/ppt/slideMasters/_rels/slideMaster1.xml.rels" ContentType="application/vnd.openxmlformats-package.relationships+xml"/>
  <Override PartName="/ppt/slideMasters/_rels/slideMaster22.xml.rels" ContentType="application/vnd.openxmlformats-package.relationships+xml"/>
  <Override PartName="/ppt/slideMasters/_rels/slideMaster41.xml.rels" ContentType="application/vnd.openxmlformats-package.relationships+xml"/>
  <Override PartName="/ppt/slideMasters/_rels/slideMaster2.xml.rels" ContentType="application/vnd.openxmlformats-package.relationships+xml"/>
  <Override PartName="/ppt/slideMasters/_rels/slideMaster20.xml.rels" ContentType="application/vnd.openxmlformats-package.relationships+xml"/>
  <Override PartName="/ppt/slideMasters/_rels/slideMaster42.xml.rels" ContentType="application/vnd.openxmlformats-package.relationships+xml"/>
  <Override PartName="/ppt/slideMasters/_rels/slideMaster3.xml.rels" ContentType="application/vnd.openxmlformats-package.relationships+xml"/>
  <Override PartName="/ppt/slideMasters/_rels/slideMaster21.xml.rels" ContentType="application/vnd.openxmlformats-package.relationships+xml"/>
  <Override PartName="/ppt/slideMasters/_rels/slideMaster4.xml.rels" ContentType="application/vnd.openxmlformats-package.relationships+xml"/>
  <Override PartName="/ppt/slideMasters/_rels/slideMaster43.xml.rels" ContentType="application/vnd.openxmlformats-package.relationships+xml"/>
  <Override PartName="/ppt/slideMasters/_rels/slideMaster5.xml.rels" ContentType="application/vnd.openxmlformats-package.relationships+xml"/>
  <Override PartName="/ppt/slideMasters/_rels/slideMaster44.xml.rels" ContentType="application/vnd.openxmlformats-package.relationships+xml"/>
  <Override PartName="/ppt/slideMasters/_rels/slideMaster23.xml.rels" ContentType="application/vnd.openxmlformats-package.relationships+xml"/>
  <Override PartName="/ppt/slideMasters/_rels/slideMaster90.xml.rels" ContentType="application/vnd.openxmlformats-package.relationships+xml"/>
  <Override PartName="/ppt/slideMasters/_rels/slideMaster6.xml.rels" ContentType="application/vnd.openxmlformats-package.relationships+xml"/>
  <Override PartName="/ppt/slideMasters/_rels/slideMaster45.xml.rels" ContentType="application/vnd.openxmlformats-package.relationships+xml"/>
  <Override PartName="/ppt/slideMasters/_rels/slideMaster24.xml.rels" ContentType="application/vnd.openxmlformats-package.relationships+xml"/>
  <Override PartName="/ppt/slideMasters/_rels/slideMaster91.xml.rels" ContentType="application/vnd.openxmlformats-package.relationships+xml"/>
  <Override PartName="/ppt/slideMasters/_rels/slideMaster7.xml.rels" ContentType="application/vnd.openxmlformats-package.relationships+xml"/>
  <Override PartName="/ppt/slideMasters/_rels/slideMaster46.xml.rels" ContentType="application/vnd.openxmlformats-package.relationships+xml"/>
  <Override PartName="/ppt/slideMasters/_rels/slideMaster25.xml.rels" ContentType="application/vnd.openxmlformats-package.relationships+xml"/>
  <Override PartName="/ppt/slideMasters/_rels/slideMaster92.xml.rels" ContentType="application/vnd.openxmlformats-package.relationships+xml"/>
  <Override PartName="/ppt/slideMasters/_rels/slideMaster8.xml.rels" ContentType="application/vnd.openxmlformats-package.relationships+xml"/>
  <Override PartName="/ppt/slideMasters/_rels/slideMaster47.xml.rels" ContentType="application/vnd.openxmlformats-package.relationships+xml"/>
  <Override PartName="/ppt/slideMasters/_rels/slideMaster26.xml.rels" ContentType="application/vnd.openxmlformats-package.relationships+xml"/>
  <Override PartName="/ppt/slideMasters/_rels/slideMaster93.xml.rels" ContentType="application/vnd.openxmlformats-package.relationships+xml"/>
  <Override PartName="/ppt/slideMasters/_rels/slideMaster9.xml.rels" ContentType="application/vnd.openxmlformats-package.relationships+xml"/>
  <Override PartName="/ppt/slideMasters/_rels/slideMaster48.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19.xml.rels" ContentType="application/vnd.openxmlformats-package.relationships+xml"/>
  <Override PartName="/ppt/slideMasters/_rels/slideMaster27.xml.rels" ContentType="application/vnd.openxmlformats-package.relationships+xml"/>
  <Override PartName="/ppt/slideMasters/_rels/slideMaster28.xml.rels" ContentType="application/vnd.openxmlformats-package.relationships+xml"/>
  <Override PartName="/ppt/slideMasters/_rels/slideMaster29.xml.rels" ContentType="application/vnd.openxmlformats-package.relationships+xml"/>
  <Override PartName="/ppt/slideMasters/_rels/slideMaster30.xml.rels" ContentType="application/vnd.openxmlformats-package.relationships+xml"/>
  <Override PartName="/ppt/slideMasters/_rels/slideMaster31.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39.xml.rels" ContentType="application/vnd.openxmlformats-package.relationships+xml"/>
  <Override PartName="/ppt/slideMasters/_rels/slideMaster49.xml.rels" ContentType="application/vnd.openxmlformats-package.relationships+xml"/>
  <Override PartName="/ppt/slideMasters/_rels/slideMaster50.xml.rels" ContentType="application/vnd.openxmlformats-package.relationships+xml"/>
  <Override PartName="/ppt/slideMasters/_rels/slideMaster51.xml.rels" ContentType="application/vnd.openxmlformats-package.relationships+xml"/>
  <Override PartName="/ppt/slideMasters/_rels/slideMaster52.xml.rels" ContentType="application/vnd.openxmlformats-package.relationships+xml"/>
  <Override PartName="/ppt/slideMasters/_rels/slideMaster53.xml.rels" ContentType="application/vnd.openxmlformats-package.relationships+xml"/>
  <Override PartName="/ppt/slideMasters/_rels/slideMaster54.xml.rels" ContentType="application/vnd.openxmlformats-package.relationships+xml"/>
  <Override PartName="/ppt/slideMasters/_rels/slideMaster55.xml.rels" ContentType="application/vnd.openxmlformats-package.relationships+xml"/>
  <Override PartName="/ppt/slideMasters/_rels/slideMaster56.xml.rels" ContentType="application/vnd.openxmlformats-package.relationships+xml"/>
  <Override PartName="/ppt/slideMasters/_rels/slideMaster57.xml.rels" ContentType="application/vnd.openxmlformats-package.relationships+xml"/>
  <Override PartName="/ppt/slideMasters/_rels/slideMaster58.xml.rels" ContentType="application/vnd.openxmlformats-package.relationships+xml"/>
  <Override PartName="/ppt/slideMasters/_rels/slideMaster59.xml.rels" ContentType="application/vnd.openxmlformats-package.relationships+xml"/>
  <Override PartName="/ppt/slideMasters/_rels/slideMaster60.xml.rels" ContentType="application/vnd.openxmlformats-package.relationships+xml"/>
  <Override PartName="/ppt/slideMasters/_rels/slideMaster61.xml.rels" ContentType="application/vnd.openxmlformats-package.relationships+xml"/>
  <Override PartName="/ppt/slideMasters/_rels/slideMaster62.xml.rels" ContentType="application/vnd.openxmlformats-package.relationships+xml"/>
  <Override PartName="/ppt/slideMasters/_rels/slideMaster63.xml.rels" ContentType="application/vnd.openxmlformats-package.relationships+xml"/>
  <Override PartName="/ppt/slideMasters/_rels/slideMaster64.xml.rels" ContentType="application/vnd.openxmlformats-package.relationships+xml"/>
  <Override PartName="/ppt/slideMasters/_rels/slideMaster65.xml.rels" ContentType="application/vnd.openxmlformats-package.relationships+xml"/>
  <Override PartName="/ppt/slideMasters/_rels/slideMaster66.xml.rels" ContentType="application/vnd.openxmlformats-package.relationships+xml"/>
  <Override PartName="/ppt/slideMasters/_rels/slideMaster67.xml.rels" ContentType="application/vnd.openxmlformats-package.relationships+xml"/>
  <Override PartName="/ppt/slideMasters/_rels/slideMaster68.xml.rels" ContentType="application/vnd.openxmlformats-package.relationships+xml"/>
  <Override PartName="/ppt/slideMasters/_rels/slideMaster69.xml.rels" ContentType="application/vnd.openxmlformats-package.relationships+xml"/>
  <Override PartName="/ppt/slideMasters/_rels/slideMaster70.xml.rels" ContentType="application/vnd.openxmlformats-package.relationships+xml"/>
  <Override PartName="/ppt/slideMasters/_rels/slideMaster71.xml.rels" ContentType="application/vnd.openxmlformats-package.relationships+xml"/>
  <Override PartName="/ppt/slideMasters/_rels/slideMaster72.xml.rels" ContentType="application/vnd.openxmlformats-package.relationships+xml"/>
  <Override PartName="/ppt/slideMasters/_rels/slideMaster73.xml.rels" ContentType="application/vnd.openxmlformats-package.relationships+xml"/>
  <Override PartName="/ppt/slideMasters/_rels/slideMaster74.xml.rels" ContentType="application/vnd.openxmlformats-package.relationships+xml"/>
  <Override PartName="/ppt/slideMasters/_rels/slideMaster75.xml.rels" ContentType="application/vnd.openxmlformats-package.relationships+xml"/>
  <Override PartName="/ppt/slideMasters/_rels/slideMaster76.xml.rels" ContentType="application/vnd.openxmlformats-package.relationships+xml"/>
  <Override PartName="/ppt/slideMasters/_rels/slideMaster77.xml.rels" ContentType="application/vnd.openxmlformats-package.relationships+xml"/>
  <Override PartName="/ppt/slideMasters/_rels/slideMaster78.xml.rels" ContentType="application/vnd.openxmlformats-package.relationships+xml"/>
  <Override PartName="/ppt/slideMasters/_rels/slideMaster79.xml.rels" ContentType="application/vnd.openxmlformats-package.relationships+xml"/>
  <Override PartName="/ppt/slideMasters/_rels/slideMaster80.xml.rels" ContentType="application/vnd.openxmlformats-package.relationships+xml"/>
  <Override PartName="/ppt/slideMasters/_rels/slideMaster81.xml.rels" ContentType="application/vnd.openxmlformats-package.relationships+xml"/>
  <Override PartName="/ppt/slideMasters/_rels/slideMaster82.xml.rels" ContentType="application/vnd.openxmlformats-package.relationships+xml"/>
  <Override PartName="/ppt/slideMasters/_rels/slideMaster83.xml.rels" ContentType="application/vnd.openxmlformats-package.relationships+xml"/>
  <Override PartName="/ppt/slideMasters/_rels/slideMaster84.xml.rels" ContentType="application/vnd.openxmlformats-package.relationships+xml"/>
  <Override PartName="/ppt/slideMasters/_rels/slideMaster85.xml.rels" ContentType="application/vnd.openxmlformats-package.relationships+xml"/>
  <Override PartName="/ppt/slideMasters/_rels/slideMaster86.xml.rels" ContentType="application/vnd.openxmlformats-package.relationships+xml"/>
  <Override PartName="/ppt/slideMasters/_rels/slideMaster87.xml.rels" ContentType="application/vnd.openxmlformats-package.relationships+xml"/>
  <Override PartName="/ppt/slideMasters/_rels/slideMaster88.xml.rels" ContentType="application/vnd.openxmlformats-package.relationships+xml"/>
  <Override PartName="/ppt/slideMasters/_rels/slideMaster89.xml.rels" ContentType="application/vnd.openxmlformats-package.relationships+xml"/>
  <Override PartName="/ppt/slideMasters/_rels/slideMaster94.xml.rels" ContentType="application/vnd.openxmlformats-package.relationships+xml"/>
  <Override PartName="/ppt/slideMasters/_rels/slideMaster95.xml.rels" ContentType="application/vnd.openxmlformats-package.relationships+xml"/>
  <Override PartName="/ppt/slideMasters/_rels/slideMaster96.xml.rels" ContentType="application/vnd.openxmlformats-package.relationships+xml"/>
  <Override PartName="/ppt/slideMasters/_rels/slideMaster97.xml.rels" ContentType="application/vnd.openxmlformats-package.relationships+xml"/>
  <Override PartName="/ppt/slideMasters/_rels/slideMaster98.xml.rels" ContentType="application/vnd.openxmlformats-package.relationships+xml"/>
  <Override PartName="/ppt/slideMasters/_rels/slideMaster99.xml.rels" ContentType="application/vnd.openxmlformats-package.relationships+xml"/>
  <Override PartName="/ppt/slideMasters/_rels/slideMaster100.xml.rels" ContentType="application/vnd.openxmlformats-package.relationships+xml"/>
  <Override PartName="/ppt/slideMasters/_rels/slideMaster101.xml.rels" ContentType="application/vnd.openxmlformats-package.relationships+xml"/>
  <Override PartName="/ppt/slideMasters/_rels/slideMaster102.xml.rels" ContentType="application/vnd.openxmlformats-package.relationships+xml"/>
  <Override PartName="/ppt/slideMasters/_rels/slideMaster103.xml.rels" ContentType="application/vnd.openxmlformats-package.relationships+xml"/>
  <Override PartName="/ppt/slideMasters/_rels/slideMaster104.xml.rels" ContentType="application/vnd.openxmlformats-package.relationships+xml"/>
  <Override PartName="/ppt/slideMasters/_rels/slideMaster105.xml.rels" ContentType="application/vnd.openxmlformats-package.relationships+xml"/>
  <Override PartName="/ppt/slideMasters/_rels/slideMaster106.xml.rels" ContentType="application/vnd.openxmlformats-package.relationships+xml"/>
  <Override PartName="/ppt/slideMasters/_rels/slideMaster107.xml.rels" ContentType="application/vnd.openxmlformats-package.relationships+xml"/>
  <Override PartName="/ppt/slideMasters/_rels/slideMaster108.xml.rels" ContentType="application/vnd.openxmlformats-package.relationships+xml"/>
  <Override PartName="/ppt/slideMasters/_rels/slideMaster109.xml.rels" ContentType="application/vnd.openxmlformats-package.relationships+xml"/>
  <Override PartName="/ppt/slideMasters/_rels/slideMaster110.xml.rels" ContentType="application/vnd.openxmlformats-package.relationships+xml"/>
  <Override PartName="/ppt/slideMasters/_rels/slideMaster111.xml.rels" ContentType="application/vnd.openxmlformats-package.relationships+xml"/>
  <Override PartName="/ppt/slideMasters/_rels/slideMaster112.xml.rels" ContentType="application/vnd.openxmlformats-package.relationships+xml"/>
  <Override PartName="/ppt/slideMasters/_rels/slideMaster113.xml.rels" ContentType="application/vnd.openxmlformats-package.relationships+xml"/>
  <Override PartName="/ppt/slideMasters/_rels/slideMaster114.xml.rels" ContentType="application/vnd.openxmlformats-package.relationships+xml"/>
  <Override PartName="/ppt/slideMasters/_rels/slideMaster115.xml.rels" ContentType="application/vnd.openxmlformats-package.relationships+xml"/>
  <Override PartName="/ppt/slideMasters/_rels/slideMaster116.xml.rels" ContentType="application/vnd.openxmlformats-package.relationships+xml"/>
  <Override PartName="/ppt/slideMasters/_rels/slideMaster117.xml.rels" ContentType="application/vnd.openxmlformats-package.relationships+xml"/>
  <Override PartName="/ppt/slideMasters/_rels/slideMaster118.xml.rels" ContentType="application/vnd.openxmlformats-package.relationships+xml"/>
  <Override PartName="/ppt/slideMasters/_rels/slideMaster119.xml.rels" ContentType="application/vnd.openxmlformats-package.relationships+xml"/>
  <Override PartName="/ppt/slideMasters/_rels/slideMaster120.xml.rels" ContentType="application/vnd.openxmlformats-package.relationships+xml"/>
  <Override PartName="/ppt/slideMasters/_rels/slideMaster121.xml.rels" ContentType="application/vnd.openxmlformats-package.relationships+xml"/>
  <Override PartName="/ppt/slideMasters/_rels/slideMaster122.xml.rels" ContentType="application/vnd.openxmlformats-package.relationships+xml"/>
  <Override PartName="/ppt/slideMasters/_rels/slideMaster123.xml.rels" ContentType="application/vnd.openxmlformats-package.relationships+xml"/>
  <Override PartName="/ppt/slideMasters/_rels/slideMaster124.xml.rels" ContentType="application/vnd.openxmlformats-package.relationships+xml"/>
  <Override PartName="/ppt/slideMasters/_rels/slideMaster125.xml.rels" ContentType="application/vnd.openxmlformats-package.relationships+xml"/>
  <Override PartName="/ppt/slideMasters/_rels/slideMaster126.xml.rels" ContentType="application/vnd.openxmlformats-package.relationships+xml"/>
  <Override PartName="/ppt/slideMasters/_rels/slideMaster127.xml.rels" ContentType="application/vnd.openxmlformats-package.relationships+xml"/>
  <Override PartName="/ppt/slideMasters/_rels/slideMaster128.xml.rels" ContentType="application/vnd.openxmlformats-package.relationships+xml"/>
  <Override PartName="/ppt/slideMasters/_rels/slideMaster129.xml.rels" ContentType="application/vnd.openxmlformats-package.relationships+xml"/>
  <Override PartName="/ppt/slideMasters/_rels/slideMaster130.xml.rels" ContentType="application/vnd.openxmlformats-package.relationships+xml"/>
  <Override PartName="/ppt/slideMasters/_rels/slideMaster131.xml.rels" ContentType="application/vnd.openxmlformats-package.relationships+xml"/>
  <Override PartName="/ppt/slideMasters/_rels/slideMaster132.xml.rels" ContentType="application/vnd.openxmlformats-package.relationships+xml"/>
  <Override PartName="/ppt/slideMasters/_rels/slideMaster133.xml.rels" ContentType="application/vnd.openxmlformats-package.relationships+xml"/>
  <Override PartName="/ppt/slideMasters/_rels/slideMaster134.xml.rels" ContentType="application/vnd.openxmlformats-package.relationships+xml"/>
  <Override PartName="/ppt/slideMasters/_rels/slideMaster135.xml.rels" ContentType="application/vnd.openxmlformats-package.relationships+xml"/>
  <Override PartName="/ppt/slideMasters/_rels/slideMaster136.xml.rels" ContentType="application/vnd.openxmlformats-package.relationships+xml"/>
  <Override PartName="/ppt/slideMasters/_rels/slideMaster137.xml.rels" ContentType="application/vnd.openxmlformats-package.relationships+xml"/>
  <Override PartName="/ppt/slideMasters/_rels/slideMaster138.xml.rels" ContentType="application/vnd.openxmlformats-package.relationships+xml"/>
  <Override PartName="/ppt/slideMasters/_rels/slideMaster139.xml.rels" ContentType="application/vnd.openxmlformats-package.relationships+xml"/>
  <Override PartName="/ppt/slideMasters/_rels/slideMaster140.xml.rels" ContentType="application/vnd.openxmlformats-package.relationships+xml"/>
  <Override PartName="/ppt/slideMasters/_rels/slideMaster141.xml.rels" ContentType="application/vnd.openxmlformats-package.relationships+xml"/>
  <Override PartName="/ppt/slideMasters/_rels/slideMaster142.xml.rels" ContentType="application/vnd.openxmlformats-package.relationships+xml"/>
  <Override PartName="/ppt/slideMasters/_rels/slideMaster143.xml.rels" ContentType="application/vnd.openxmlformats-package.relationships+xml"/>
  <Override PartName="/ppt/slideMasters/_rels/slideMaster144.xml.rels" ContentType="application/vnd.openxmlformats-package.relationships+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Masters/slideMaster63.xml" ContentType="application/vnd.openxmlformats-officedocument.presentationml.slideMaster+xml"/>
  <Override PartName="/ppt/slideMasters/slideMaster64.xml" ContentType="application/vnd.openxmlformats-officedocument.presentationml.slideMaster+xml"/>
  <Override PartName="/ppt/slideMasters/slideMaster65.xml" ContentType="application/vnd.openxmlformats-officedocument.presentationml.slideMaster+xml"/>
  <Override PartName="/ppt/slideMasters/slideMaster66.xml" ContentType="application/vnd.openxmlformats-officedocument.presentationml.slideMaster+xml"/>
  <Override PartName="/ppt/slideMasters/slideMaster67.xml" ContentType="application/vnd.openxmlformats-officedocument.presentationml.slideMaster+xml"/>
  <Override PartName="/ppt/slideMasters/slideMaster68.xml" ContentType="application/vnd.openxmlformats-officedocument.presentationml.slideMaster+xml"/>
  <Override PartName="/ppt/slideMasters/slideMaster69.xml" ContentType="application/vnd.openxmlformats-officedocument.presentationml.slideMaster+xml"/>
  <Override PartName="/ppt/slideMasters/slideMaster70.xml" ContentType="application/vnd.openxmlformats-officedocument.presentationml.slideMaster+xml"/>
  <Override PartName="/ppt/slideMasters/slideMaster71.xml" ContentType="application/vnd.openxmlformats-officedocument.presentationml.slideMaster+xml"/>
  <Override PartName="/ppt/slideMasters/slideMaster72.xml" ContentType="application/vnd.openxmlformats-officedocument.presentationml.slideMaster+xml"/>
  <Override PartName="/ppt/slideMasters/slideMaster73.xml" ContentType="application/vnd.openxmlformats-officedocument.presentationml.slideMaster+xml"/>
  <Override PartName="/ppt/slideMasters/slideMaster74.xml" ContentType="application/vnd.openxmlformats-officedocument.presentationml.slideMaster+xml"/>
  <Override PartName="/ppt/slideMasters/slideMaster75.xml" ContentType="application/vnd.openxmlformats-officedocument.presentationml.slideMaster+xml"/>
  <Override PartName="/ppt/slideMasters/slideMaster76.xml" ContentType="application/vnd.openxmlformats-officedocument.presentationml.slideMaster+xml"/>
  <Override PartName="/ppt/slideMasters/slideMaster77.xml" ContentType="application/vnd.openxmlformats-officedocument.presentationml.slideMaster+xml"/>
  <Override PartName="/ppt/slideMasters/slideMaster78.xml" ContentType="application/vnd.openxmlformats-officedocument.presentationml.slideMaster+xml"/>
  <Override PartName="/ppt/slideMasters/slideMaster79.xml" ContentType="application/vnd.openxmlformats-officedocument.presentationml.slideMaster+xml"/>
  <Override PartName="/ppt/slideMasters/slideMaster80.xml" ContentType="application/vnd.openxmlformats-officedocument.presentationml.slideMaster+xml"/>
  <Override PartName="/ppt/slideMasters/slideMaster81.xml" ContentType="application/vnd.openxmlformats-officedocument.presentationml.slideMaster+xml"/>
  <Override PartName="/ppt/slideMasters/slideMaster82.xml" ContentType="application/vnd.openxmlformats-officedocument.presentationml.slideMaster+xml"/>
  <Override PartName="/ppt/slideMasters/slideMaster83.xml" ContentType="application/vnd.openxmlformats-officedocument.presentationml.slideMaster+xml"/>
  <Override PartName="/ppt/slideMasters/slideMaster84.xml" ContentType="application/vnd.openxmlformats-officedocument.presentationml.slideMaster+xml"/>
  <Override PartName="/ppt/slideMasters/slideMaster85.xml" ContentType="application/vnd.openxmlformats-officedocument.presentationml.slideMaster+xml"/>
  <Override PartName="/ppt/slideMasters/slideMaster86.xml" ContentType="application/vnd.openxmlformats-officedocument.presentationml.slideMaster+xml"/>
  <Override PartName="/ppt/slideMasters/slideMaster87.xml" ContentType="application/vnd.openxmlformats-officedocument.presentationml.slideMaster+xml"/>
  <Override PartName="/ppt/slideMasters/slideMaster88.xml" ContentType="application/vnd.openxmlformats-officedocument.presentationml.slideMaster+xml"/>
  <Override PartName="/ppt/slideMasters/slideMaster89.xml" ContentType="application/vnd.openxmlformats-officedocument.presentationml.slideMaster+xml"/>
  <Override PartName="/ppt/slideMasters/slideMaster94.xml" ContentType="application/vnd.openxmlformats-officedocument.presentationml.slideMaster+xml"/>
  <Override PartName="/ppt/slideMasters/slideMaster95.xml" ContentType="application/vnd.openxmlformats-officedocument.presentationml.slideMaster+xml"/>
  <Override PartName="/ppt/slideMasters/slideMaster96.xml" ContentType="application/vnd.openxmlformats-officedocument.presentationml.slideMaster+xml"/>
  <Override PartName="/ppt/slideMasters/slideMaster97.xml" ContentType="application/vnd.openxmlformats-officedocument.presentationml.slideMaster+xml"/>
  <Override PartName="/ppt/slideMasters/slideMaster98.xml" ContentType="application/vnd.openxmlformats-officedocument.presentationml.slideMaster+xml"/>
  <Override PartName="/ppt/slideMasters/slideMaster99.xml" ContentType="application/vnd.openxmlformats-officedocument.presentationml.slideMaster+xml"/>
  <Override PartName="/ppt/slideMasters/slideMaster100.xml" ContentType="application/vnd.openxmlformats-officedocument.presentationml.slideMaster+xml"/>
  <Override PartName="/ppt/slideMasters/slideMaster101.xml" ContentType="application/vnd.openxmlformats-officedocument.presentationml.slideMaster+xml"/>
  <Override PartName="/ppt/slideMasters/slideMaster102.xml" ContentType="application/vnd.openxmlformats-officedocument.presentationml.slideMaster+xml"/>
  <Override PartName="/ppt/slideMasters/slideMaster103.xml" ContentType="application/vnd.openxmlformats-officedocument.presentationml.slideMaster+xml"/>
  <Override PartName="/ppt/slideMasters/slideMaster104.xml" ContentType="application/vnd.openxmlformats-officedocument.presentationml.slideMaster+xml"/>
  <Override PartName="/ppt/slideMasters/slideMaster105.xml" ContentType="application/vnd.openxmlformats-officedocument.presentationml.slideMaster+xml"/>
  <Override PartName="/ppt/slideMasters/slideMaster106.xml" ContentType="application/vnd.openxmlformats-officedocument.presentationml.slideMaster+xml"/>
  <Override PartName="/ppt/slideMasters/slideMaster107.xml" ContentType="application/vnd.openxmlformats-officedocument.presentationml.slideMaster+xml"/>
  <Override PartName="/ppt/slideMasters/slideMaster108.xml" ContentType="application/vnd.openxmlformats-officedocument.presentationml.slideMaster+xml"/>
  <Override PartName="/ppt/slideMasters/slideMaster109.xml" ContentType="application/vnd.openxmlformats-officedocument.presentationml.slideMaster+xml"/>
  <Override PartName="/ppt/slideMasters/slideMaster110.xml" ContentType="application/vnd.openxmlformats-officedocument.presentationml.slideMaster+xml"/>
  <Override PartName="/ppt/slideMasters/slideMaster111.xml" ContentType="application/vnd.openxmlformats-officedocument.presentationml.slideMaster+xml"/>
  <Override PartName="/ppt/slideMasters/slideMaster112.xml" ContentType="application/vnd.openxmlformats-officedocument.presentationml.slideMaster+xml"/>
  <Override PartName="/ppt/slideMasters/slideMaster113.xml" ContentType="application/vnd.openxmlformats-officedocument.presentationml.slideMaster+xml"/>
  <Override PartName="/ppt/slideMasters/slideMaster114.xml" ContentType="application/vnd.openxmlformats-officedocument.presentationml.slideMaster+xml"/>
  <Override PartName="/ppt/slideMasters/slideMaster115.xml" ContentType="application/vnd.openxmlformats-officedocument.presentationml.slideMaster+xml"/>
  <Override PartName="/ppt/slideMasters/slideMaster116.xml" ContentType="application/vnd.openxmlformats-officedocument.presentationml.slideMaster+xml"/>
  <Override PartName="/ppt/slideMasters/slideMaster117.xml" ContentType="application/vnd.openxmlformats-officedocument.presentationml.slideMaster+xml"/>
  <Override PartName="/ppt/slideMasters/slideMaster118.xml" ContentType="application/vnd.openxmlformats-officedocument.presentationml.slideMaster+xml"/>
  <Override PartName="/ppt/slideMasters/slideMaster119.xml" ContentType="application/vnd.openxmlformats-officedocument.presentationml.slideMaster+xml"/>
  <Override PartName="/ppt/slideMasters/slideMaster120.xml" ContentType="application/vnd.openxmlformats-officedocument.presentationml.slideMaster+xml"/>
  <Override PartName="/ppt/slideMasters/slideMaster121.xml" ContentType="application/vnd.openxmlformats-officedocument.presentationml.slideMaster+xml"/>
  <Override PartName="/ppt/slideMasters/slideMaster122.xml" ContentType="application/vnd.openxmlformats-officedocument.presentationml.slideMaster+xml"/>
  <Override PartName="/ppt/slideMasters/slideMaster123.xml" ContentType="application/vnd.openxmlformats-officedocument.presentationml.slideMaster+xml"/>
  <Override PartName="/ppt/slideMasters/slideMaster124.xml" ContentType="application/vnd.openxmlformats-officedocument.presentationml.slideMaster+xml"/>
  <Override PartName="/ppt/slideMasters/slideMaster125.xml" ContentType="application/vnd.openxmlformats-officedocument.presentationml.slideMaster+xml"/>
  <Override PartName="/ppt/slideMasters/slideMaster126.xml" ContentType="application/vnd.openxmlformats-officedocument.presentationml.slideMaster+xml"/>
  <Override PartName="/ppt/slideMasters/slideMaster127.xml" ContentType="application/vnd.openxmlformats-officedocument.presentationml.slideMaster+xml"/>
  <Override PartName="/ppt/slideMasters/slideMaster128.xml" ContentType="application/vnd.openxmlformats-officedocument.presentationml.slideMaster+xml"/>
  <Override PartName="/ppt/slideMasters/slideMaster129.xml" ContentType="application/vnd.openxmlformats-officedocument.presentationml.slideMaster+xml"/>
  <Override PartName="/ppt/slideMasters/slideMaster130.xml" ContentType="application/vnd.openxmlformats-officedocument.presentationml.slideMaster+xml"/>
  <Override PartName="/ppt/slideMasters/slideMaster131.xml" ContentType="application/vnd.openxmlformats-officedocument.presentationml.slideMaster+xml"/>
  <Override PartName="/ppt/slideMasters/slideMaster132.xml" ContentType="application/vnd.openxmlformats-officedocument.presentationml.slideMaster+xml"/>
  <Override PartName="/ppt/slideMasters/slideMaster133.xml" ContentType="application/vnd.openxmlformats-officedocument.presentationml.slideMaster+xml"/>
  <Override PartName="/ppt/slideMasters/slideMaster134.xml" ContentType="application/vnd.openxmlformats-officedocument.presentationml.slideMaster+xml"/>
  <Override PartName="/ppt/slideMasters/slideMaster135.xml" ContentType="application/vnd.openxmlformats-officedocument.presentationml.slideMaster+xml"/>
  <Override PartName="/ppt/slideMasters/slideMaster136.xml" ContentType="application/vnd.openxmlformats-officedocument.presentationml.slideMaster+xml"/>
  <Override PartName="/ppt/slideMasters/slideMaster137.xml" ContentType="application/vnd.openxmlformats-officedocument.presentationml.slideMaster+xml"/>
  <Override PartName="/ppt/slideMasters/slideMaster138.xml" ContentType="application/vnd.openxmlformats-officedocument.presentationml.slideMaster+xml"/>
  <Override PartName="/ppt/slideMasters/slideMaster139.xml" ContentType="application/vnd.openxmlformats-officedocument.presentationml.slideMaster+xml"/>
  <Override PartName="/ppt/slideMasters/slideMaster140.xml" ContentType="application/vnd.openxmlformats-officedocument.presentationml.slideMaster+xml"/>
  <Override PartName="/ppt/slideMasters/slideMaster141.xml" ContentType="application/vnd.openxmlformats-officedocument.presentationml.slideMaster+xml"/>
  <Override PartName="/ppt/slideMasters/slideMaster142.xml" ContentType="application/vnd.openxmlformats-officedocument.presentationml.slideMaster+xml"/>
  <Override PartName="/ppt/slideMasters/slideMaster143.xml" ContentType="application/vnd.openxmlformats-officedocument.presentationml.slideMaster+xml"/>
  <Override PartName="/ppt/slideMasters/slideMaster144.xml" ContentType="application/vnd.openxmlformats-officedocument.presentationml.slideMaster+xml"/>
  <Override PartName="/ppt/theme/theme26.xml" ContentType="application/vnd.openxmlformats-officedocument.theme+xml"/>
  <Override PartName="/ppt/theme/theme1.xml" ContentType="application/vnd.openxmlformats-officedocument.theme+xml"/>
  <Override PartName="/ppt/theme/theme27.xml" ContentType="application/vnd.openxmlformats-officedocument.theme+xml"/>
  <Override PartName="/ppt/theme/theme2.xml" ContentType="application/vnd.openxmlformats-officedocument.theme+xml"/>
  <Override PartName="/ppt/theme/theme28.xml" ContentType="application/vnd.openxmlformats-officedocument.theme+xml"/>
  <Override PartName="/ppt/theme/theme3.xml" ContentType="application/vnd.openxmlformats-officedocument.theme+xml"/>
  <Override PartName="/ppt/theme/theme29.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40.xml" ContentType="application/vnd.openxmlformats-officedocument.theme+xml"/>
  <Override PartName="/ppt/theme/theme6.xml" ContentType="application/vnd.openxmlformats-officedocument.theme+xml"/>
  <Override PartName="/ppt/theme/theme41.xml" ContentType="application/vnd.openxmlformats-officedocument.theme+xml"/>
  <Override PartName="/ppt/theme/theme7.xml" ContentType="application/vnd.openxmlformats-officedocument.theme+xml"/>
  <Override PartName="/ppt/theme/theme42.xml" ContentType="application/vnd.openxmlformats-officedocument.theme+xml"/>
  <Override PartName="/ppt/theme/theme8.xml" ContentType="application/vnd.openxmlformats-officedocument.theme+xml"/>
  <Override PartName="/ppt/theme/theme43.xml" ContentType="application/vnd.openxmlformats-officedocument.theme+xml"/>
  <Override PartName="/ppt/theme/theme9.xml" ContentType="application/vnd.openxmlformats-officedocument.theme+xml"/>
  <Override PartName="/ppt/theme/theme44.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55.xml" ContentType="application/vnd.openxmlformats-officedocument.theme+xml"/>
  <Override PartName="/ppt/theme/theme56.xml" ContentType="application/vnd.openxmlformats-officedocument.theme+xml"/>
  <Override PartName="/ppt/theme/theme57.xml" ContentType="application/vnd.openxmlformats-officedocument.theme+xml"/>
  <Override PartName="/ppt/theme/theme58.xml" ContentType="application/vnd.openxmlformats-officedocument.theme+xml"/>
  <Override PartName="/ppt/theme/theme59.xml" ContentType="application/vnd.openxmlformats-officedocument.theme+xml"/>
  <Override PartName="/ppt/theme/theme60.xml" ContentType="application/vnd.openxmlformats-officedocument.theme+xml"/>
  <Override PartName="/ppt/theme/theme61.xml" ContentType="application/vnd.openxmlformats-officedocument.theme+xml"/>
  <Override PartName="/ppt/theme/theme62.xml" ContentType="application/vnd.openxmlformats-officedocument.theme+xml"/>
  <Override PartName="/ppt/theme/theme63.xml" ContentType="application/vnd.openxmlformats-officedocument.theme+xml"/>
  <Override PartName="/ppt/theme/theme64.xml" ContentType="application/vnd.openxmlformats-officedocument.theme+xml"/>
  <Override PartName="/ppt/theme/theme65.xml" ContentType="application/vnd.openxmlformats-officedocument.theme+xml"/>
  <Override PartName="/ppt/theme/theme66.xml" ContentType="application/vnd.openxmlformats-officedocument.theme+xml"/>
  <Override PartName="/ppt/theme/theme67.xml" ContentType="application/vnd.openxmlformats-officedocument.theme+xml"/>
  <Override PartName="/ppt/theme/theme68.xml" ContentType="application/vnd.openxmlformats-officedocument.theme+xml"/>
  <Override PartName="/ppt/theme/theme69.xml" ContentType="application/vnd.openxmlformats-officedocument.theme+xml"/>
  <Override PartName="/ppt/theme/theme70.xml" ContentType="application/vnd.openxmlformats-officedocument.theme+xml"/>
  <Override PartName="/ppt/theme/theme71.xml" ContentType="application/vnd.openxmlformats-officedocument.theme+xml"/>
  <Override PartName="/ppt/theme/theme72.xml" ContentType="application/vnd.openxmlformats-officedocument.theme+xml"/>
  <Override PartName="/ppt/theme/theme73.xml" ContentType="application/vnd.openxmlformats-officedocument.theme+xml"/>
  <Override PartName="/ppt/theme/theme74.xml" ContentType="application/vnd.openxmlformats-officedocument.theme+xml"/>
  <Override PartName="/ppt/theme/theme75.xml" ContentType="application/vnd.openxmlformats-officedocument.theme+xml"/>
  <Override PartName="/ppt/theme/theme76.xml" ContentType="application/vnd.openxmlformats-officedocument.theme+xml"/>
  <Override PartName="/ppt/theme/theme77.xml" ContentType="application/vnd.openxmlformats-officedocument.theme+xml"/>
  <Override PartName="/ppt/theme/theme78.xml" ContentType="application/vnd.openxmlformats-officedocument.theme+xml"/>
  <Override PartName="/ppt/theme/theme79.xml" ContentType="application/vnd.openxmlformats-officedocument.theme+xml"/>
  <Override PartName="/ppt/theme/theme80.xml" ContentType="application/vnd.openxmlformats-officedocument.theme+xml"/>
  <Override PartName="/ppt/theme/theme81.xml" ContentType="application/vnd.openxmlformats-officedocument.theme+xml"/>
  <Override PartName="/ppt/theme/theme82.xml" ContentType="application/vnd.openxmlformats-officedocument.theme+xml"/>
  <Override PartName="/ppt/theme/theme83.xml" ContentType="application/vnd.openxmlformats-officedocument.theme+xml"/>
  <Override PartName="/ppt/theme/theme84.xml" ContentType="application/vnd.openxmlformats-officedocument.theme+xml"/>
  <Override PartName="/ppt/theme/theme85.xml" ContentType="application/vnd.openxmlformats-officedocument.theme+xml"/>
  <Override PartName="/ppt/theme/theme86.xml" ContentType="application/vnd.openxmlformats-officedocument.theme+xml"/>
  <Override PartName="/ppt/theme/theme87.xml" ContentType="application/vnd.openxmlformats-officedocument.theme+xml"/>
  <Override PartName="/ppt/theme/theme88.xml" ContentType="application/vnd.openxmlformats-officedocument.theme+xml"/>
  <Override PartName="/ppt/theme/theme89.xml" ContentType="application/vnd.openxmlformats-officedocument.theme+xml"/>
  <Override PartName="/ppt/theme/theme90.xml" ContentType="application/vnd.openxmlformats-officedocument.theme+xml"/>
  <Override PartName="/ppt/theme/theme91.xml" ContentType="application/vnd.openxmlformats-officedocument.theme+xml"/>
  <Override PartName="/ppt/theme/theme92.xml" ContentType="application/vnd.openxmlformats-officedocument.theme+xml"/>
  <Override PartName="/ppt/theme/theme93.xml" ContentType="application/vnd.openxmlformats-officedocument.theme+xml"/>
  <Override PartName="/ppt/theme/theme94.xml" ContentType="application/vnd.openxmlformats-officedocument.theme+xml"/>
  <Override PartName="/ppt/theme/theme95.xml" ContentType="application/vnd.openxmlformats-officedocument.theme+xml"/>
  <Override PartName="/ppt/theme/theme96.xml" ContentType="application/vnd.openxmlformats-officedocument.theme+xml"/>
  <Override PartName="/ppt/theme/theme97.xml" ContentType="application/vnd.openxmlformats-officedocument.theme+xml"/>
  <Override PartName="/ppt/theme/theme98.xml" ContentType="application/vnd.openxmlformats-officedocument.theme+xml"/>
  <Override PartName="/ppt/theme/theme99.xml" ContentType="application/vnd.openxmlformats-officedocument.theme+xml"/>
  <Override PartName="/ppt/theme/theme100.xml" ContentType="application/vnd.openxmlformats-officedocument.theme+xml"/>
  <Override PartName="/ppt/theme/theme101.xml" ContentType="application/vnd.openxmlformats-officedocument.theme+xml"/>
  <Override PartName="/ppt/theme/theme102.xml" ContentType="application/vnd.openxmlformats-officedocument.theme+xml"/>
  <Override PartName="/ppt/theme/theme103.xml" ContentType="application/vnd.openxmlformats-officedocument.theme+xml"/>
  <Override PartName="/ppt/theme/theme104.xml" ContentType="application/vnd.openxmlformats-officedocument.theme+xml"/>
  <Override PartName="/ppt/theme/theme105.xml" ContentType="application/vnd.openxmlformats-officedocument.theme+xml"/>
  <Override PartName="/ppt/theme/theme106.xml" ContentType="application/vnd.openxmlformats-officedocument.theme+xml"/>
  <Override PartName="/ppt/theme/theme107.xml" ContentType="application/vnd.openxmlformats-officedocument.theme+xml"/>
  <Override PartName="/ppt/theme/theme108.xml" ContentType="application/vnd.openxmlformats-officedocument.theme+xml"/>
  <Override PartName="/ppt/theme/theme109.xml" ContentType="application/vnd.openxmlformats-officedocument.theme+xml"/>
  <Override PartName="/ppt/theme/theme110.xml" ContentType="application/vnd.openxmlformats-officedocument.theme+xml"/>
  <Override PartName="/ppt/theme/theme111.xml" ContentType="application/vnd.openxmlformats-officedocument.theme+xml"/>
  <Override PartName="/ppt/theme/theme112.xml" ContentType="application/vnd.openxmlformats-officedocument.theme+xml"/>
  <Override PartName="/ppt/theme/theme113.xml" ContentType="application/vnd.openxmlformats-officedocument.theme+xml"/>
  <Override PartName="/ppt/theme/theme114.xml" ContentType="application/vnd.openxmlformats-officedocument.theme+xml"/>
  <Override PartName="/ppt/theme/theme115.xml" ContentType="application/vnd.openxmlformats-officedocument.theme+xml"/>
  <Override PartName="/ppt/theme/theme116.xml" ContentType="application/vnd.openxmlformats-officedocument.theme+xml"/>
  <Override PartName="/ppt/theme/theme117.xml" ContentType="application/vnd.openxmlformats-officedocument.theme+xml"/>
  <Override PartName="/ppt/theme/theme118.xml" ContentType="application/vnd.openxmlformats-officedocument.theme+xml"/>
  <Override PartName="/ppt/theme/theme119.xml" ContentType="application/vnd.openxmlformats-officedocument.theme+xml"/>
  <Override PartName="/ppt/theme/theme120.xml" ContentType="application/vnd.openxmlformats-officedocument.theme+xml"/>
  <Override PartName="/ppt/theme/theme121.xml" ContentType="application/vnd.openxmlformats-officedocument.theme+xml"/>
  <Override PartName="/ppt/theme/theme122.xml" ContentType="application/vnd.openxmlformats-officedocument.theme+xml"/>
  <Override PartName="/ppt/theme/theme123.xml" ContentType="application/vnd.openxmlformats-officedocument.theme+xml"/>
  <Override PartName="/ppt/theme/theme124.xml" ContentType="application/vnd.openxmlformats-officedocument.theme+xml"/>
  <Override PartName="/ppt/theme/theme125.xml" ContentType="application/vnd.openxmlformats-officedocument.theme+xml"/>
  <Override PartName="/ppt/theme/theme126.xml" ContentType="application/vnd.openxmlformats-officedocument.theme+xml"/>
  <Override PartName="/ppt/theme/theme127.xml" ContentType="application/vnd.openxmlformats-officedocument.theme+xml"/>
  <Override PartName="/ppt/theme/theme128.xml" ContentType="application/vnd.openxmlformats-officedocument.theme+xml"/>
  <Override PartName="/ppt/theme/theme129.xml" ContentType="application/vnd.openxmlformats-officedocument.theme+xml"/>
  <Override PartName="/ppt/theme/theme130.xml" ContentType="application/vnd.openxmlformats-officedocument.theme+xml"/>
  <Override PartName="/ppt/theme/theme131.xml" ContentType="application/vnd.openxmlformats-officedocument.theme+xml"/>
  <Override PartName="/ppt/theme/theme132.xml" ContentType="application/vnd.openxmlformats-officedocument.theme+xml"/>
  <Override PartName="/ppt/theme/theme133.xml" ContentType="application/vnd.openxmlformats-officedocument.theme+xml"/>
  <Override PartName="/ppt/theme/theme134.xml" ContentType="application/vnd.openxmlformats-officedocument.theme+xml"/>
  <Override PartName="/ppt/theme/theme135.xml" ContentType="application/vnd.openxmlformats-officedocument.theme+xml"/>
  <Override PartName="/ppt/theme/theme136.xml" ContentType="application/vnd.openxmlformats-officedocument.theme+xml"/>
  <Override PartName="/ppt/theme/theme137.xml" ContentType="application/vnd.openxmlformats-officedocument.theme+xml"/>
  <Override PartName="/ppt/theme/theme138.xml" ContentType="application/vnd.openxmlformats-officedocument.theme+xml"/>
  <Override PartName="/ppt/theme/theme139.xml" ContentType="application/vnd.openxmlformats-officedocument.theme+xml"/>
  <Override PartName="/ppt/theme/theme140.xml" ContentType="application/vnd.openxmlformats-officedocument.theme+xml"/>
  <Override PartName="/ppt/theme/theme141.xml" ContentType="application/vnd.openxmlformats-officedocument.theme+xml"/>
  <Override PartName="/ppt/theme/theme142.xml" ContentType="application/vnd.openxmlformats-officedocument.theme+xml"/>
  <Override PartName="/ppt/theme/theme143.xml" ContentType="application/vnd.openxmlformats-officedocument.theme+xml"/>
  <Override PartName="/ppt/theme/theme14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slideLayouts/slideLayout31.xml" ContentType="application/vnd.openxmlformats-officedocument.presentationml.slideLayout+xml"/>
  <Override PartName="/ppt/slideLayouts/slideLayout119.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3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108.xml" ContentType="application/vnd.openxmlformats-officedocument.presentationml.slideLayout+xml"/>
  <Override PartName="/ppt/slideLayouts/slideLayout20.xml" ContentType="application/vnd.openxmlformats-officedocument.presentationml.slideLayout+xml"/>
  <Override PartName="/ppt/slideLayouts/slideLayout109.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118.xml" ContentType="application/vnd.openxmlformats-officedocument.presentationml.slideLayout+xml"/>
  <Override PartName="/ppt/slideLayouts/slideLayout30.xml" ContentType="application/vnd.openxmlformats-officedocument.presentationml.slideLayout+xml"/>
  <Override PartName="/ppt/slideLayouts/slideLayout128.xml" ContentType="application/vnd.openxmlformats-officedocument.presentationml.slideLayout+xml"/>
  <Override PartName="/ppt/slideLayouts/slideLayout40.xml" ContentType="application/vnd.openxmlformats-officedocument.presentationml.slideLayout+xml"/>
  <Override PartName="/ppt/slideLayouts/slideLayout12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138.xml" ContentType="application/vnd.openxmlformats-officedocument.presentationml.slideLayout+xml"/>
  <Override PartName="/ppt/slideLayouts/slideLayout50.xml" ContentType="application/vnd.openxmlformats-officedocument.presentationml.slideLayout+xml"/>
  <Override PartName="/ppt/slideLayouts/slideLayout139.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35.xml.rels" ContentType="application/vnd.openxmlformats-package.relationships+xml"/>
  <Override PartName="/ppt/slideLayouts/_rels/slideLayout119.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137.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138.xml.rels" ContentType="application/vnd.openxmlformats-package.relationships+xml"/>
  <Override PartName="/ppt/slideLayouts/_rels/slideLayout54.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139.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118.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108.xml.rels" ContentType="application/vnd.openxmlformats-package.relationships+xml"/>
  <Override PartName="/ppt/slideLayouts/_rels/slideLayout24.xml.rels" ContentType="application/vnd.openxmlformats-package.relationships+xml"/>
  <Override PartName="/ppt/slideLayouts/_rels/slideLayout20.xml.rels" ContentType="application/vnd.openxmlformats-package.relationships+xml"/>
  <Override PartName="/ppt/slideLayouts/_rels/slideLayout109.xml.rels" ContentType="application/vnd.openxmlformats-package.relationships+xml"/>
  <Override PartName="/ppt/slideLayouts/_rels/slideLayout25.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128.xml.rels" ContentType="application/vnd.openxmlformats-package.relationships+xml"/>
  <Override PartName="/ppt/slideLayouts/_rels/slideLayout44.xml.rels" ContentType="application/vnd.openxmlformats-package.relationships+xml"/>
  <Override PartName="/ppt/slideLayouts/_rels/slideLayout40.xml.rels" ContentType="application/vnd.openxmlformats-package.relationships+xml"/>
  <Override PartName="/ppt/slideLayouts/_rels/slideLayout129.xml.rels" ContentType="application/vnd.openxmlformats-package.relationships+xml"/>
  <Override PartName="/ppt/slideLayouts/_rels/slideLayout45.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57.xml.rels" ContentType="application/vnd.openxmlformats-package.relationships+xml"/>
  <Override PartName="/ppt/slideLayouts/_rels/slideLayout58.xml.rels" ContentType="application/vnd.openxmlformats-package.relationships+xml"/>
  <Override PartName="/ppt/slideLayouts/_rels/slideLayout59.xml.rels" ContentType="application/vnd.openxmlformats-package.relationships+xml"/>
  <Override PartName="/ppt/slideLayouts/_rels/slideLayout60.xml.rels" ContentType="application/vnd.openxmlformats-package.relationships+xml"/>
  <Override PartName="/ppt/slideLayouts/_rels/slideLayout61.xml.rels" ContentType="application/vnd.openxmlformats-package.relationships+xml"/>
  <Override PartName="/ppt/slideLayouts/_rels/slideLayout62.xml.rels" ContentType="application/vnd.openxmlformats-package.relationships+xml"/>
  <Override PartName="/ppt/slideLayouts/_rels/slideLayout63.xml.rels" ContentType="application/vnd.openxmlformats-package.relationships+xml"/>
  <Override PartName="/ppt/slideLayouts/_rels/slideLayout64.xml.rels" ContentType="application/vnd.openxmlformats-package.relationships+xml"/>
  <Override PartName="/ppt/slideLayouts/_rels/slideLayout65.xml.rels" ContentType="application/vnd.openxmlformats-package.relationships+xml"/>
  <Override PartName="/ppt/slideLayouts/_rels/slideLayout66.xml.rels" ContentType="application/vnd.openxmlformats-package.relationships+xml"/>
  <Override PartName="/ppt/slideLayouts/_rels/slideLayout67.xml.rels" ContentType="application/vnd.openxmlformats-package.relationships+xml"/>
  <Override PartName="/ppt/slideLayouts/_rels/slideLayout68.xml.rels" ContentType="application/vnd.openxmlformats-package.relationships+xml"/>
  <Override PartName="/ppt/slideLayouts/_rels/slideLayout69.xml.rels" ContentType="application/vnd.openxmlformats-package.relationships+xml"/>
  <Override PartName="/ppt/slideLayouts/_rels/slideLayout70.xml.rels" ContentType="application/vnd.openxmlformats-package.relationships+xml"/>
  <Override PartName="/ppt/slideLayouts/_rels/slideLayout71.xml.rels" ContentType="application/vnd.openxmlformats-package.relationships+xml"/>
  <Override PartName="/ppt/slideLayouts/_rels/slideLayout72.xml.rels" ContentType="application/vnd.openxmlformats-package.relationships+xml"/>
  <Override PartName="/ppt/slideLayouts/_rels/slideLayout73.xml.rels" ContentType="application/vnd.openxmlformats-package.relationships+xml"/>
  <Override PartName="/ppt/slideLayouts/_rels/slideLayout74.xml.rels" ContentType="application/vnd.openxmlformats-package.relationships+xml"/>
  <Override PartName="/ppt/slideLayouts/_rels/slideLayout75.xml.rels" ContentType="application/vnd.openxmlformats-package.relationships+xml"/>
  <Override PartName="/ppt/slideLayouts/_rels/slideLayout76.xml.rels" ContentType="application/vnd.openxmlformats-package.relationships+xml"/>
  <Override PartName="/ppt/slideLayouts/_rels/slideLayout77.xml.rels" ContentType="application/vnd.openxmlformats-package.relationships+xml"/>
  <Override PartName="/ppt/slideLayouts/_rels/slideLayout78.xml.rels" ContentType="application/vnd.openxmlformats-package.relationships+xml"/>
  <Override PartName="/ppt/slideLayouts/_rels/slideLayout79.xml.rels" ContentType="application/vnd.openxmlformats-package.relationships+xml"/>
  <Override PartName="/ppt/slideLayouts/_rels/slideLayout80.xml.rels" ContentType="application/vnd.openxmlformats-package.relationships+xml"/>
  <Override PartName="/ppt/slideLayouts/_rels/slideLayout81.xml.rels" ContentType="application/vnd.openxmlformats-package.relationships+xml"/>
  <Override PartName="/ppt/slideLayouts/_rels/slideLayout82.xml.rels" ContentType="application/vnd.openxmlformats-package.relationships+xml"/>
  <Override PartName="/ppt/slideLayouts/_rels/slideLayout83.xml.rels" ContentType="application/vnd.openxmlformats-package.relationships+xml"/>
  <Override PartName="/ppt/slideLayouts/_rels/slideLayout84.xml.rels" ContentType="application/vnd.openxmlformats-package.relationships+xml"/>
  <Override PartName="/ppt/slideLayouts/_rels/slideLayout85.xml.rels" ContentType="application/vnd.openxmlformats-package.relationships+xml"/>
  <Override PartName="/ppt/slideLayouts/_rels/slideLayout86.xml.rels" ContentType="application/vnd.openxmlformats-package.relationships+xml"/>
  <Override PartName="/ppt/slideLayouts/_rels/slideLayout87.xml.rels" ContentType="application/vnd.openxmlformats-package.relationships+xml"/>
  <Override PartName="/ppt/slideLayouts/_rels/slideLayout88.xml.rels" ContentType="application/vnd.openxmlformats-package.relationships+xml"/>
  <Override PartName="/ppt/slideLayouts/_rels/slideLayout89.xml.rels" ContentType="application/vnd.openxmlformats-package.relationships+xml"/>
  <Override PartName="/ppt/slideLayouts/_rels/slideLayout90.xml.rels" ContentType="application/vnd.openxmlformats-package.relationships+xml"/>
  <Override PartName="/ppt/slideLayouts/_rels/slideLayout91.xml.rels" ContentType="application/vnd.openxmlformats-package.relationships+xml"/>
  <Override PartName="/ppt/slideLayouts/_rels/slideLayout92.xml.rels" ContentType="application/vnd.openxmlformats-package.relationships+xml"/>
  <Override PartName="/ppt/slideLayouts/_rels/slideLayout93.xml.rels" ContentType="application/vnd.openxmlformats-package.relationships+xml"/>
  <Override PartName="/ppt/slideLayouts/_rels/slideLayout94.xml.rels" ContentType="application/vnd.openxmlformats-package.relationships+xml"/>
  <Override PartName="/ppt/slideLayouts/_rels/slideLayout95.xml.rels" ContentType="application/vnd.openxmlformats-package.relationships+xml"/>
  <Override PartName="/ppt/slideLayouts/_rels/slideLayout96.xml.rels" ContentType="application/vnd.openxmlformats-package.relationships+xml"/>
  <Override PartName="/ppt/slideLayouts/_rels/slideLayout97.xml.rels" ContentType="application/vnd.openxmlformats-package.relationships+xml"/>
  <Override PartName="/ppt/slideLayouts/_rels/slideLayout98.xml.rels" ContentType="application/vnd.openxmlformats-package.relationships+xml"/>
  <Override PartName="/ppt/slideLayouts/_rels/slideLayout99.xml.rels" ContentType="application/vnd.openxmlformats-package.relationships+xml"/>
  <Override PartName="/ppt/slideLayouts/_rels/slideLayout100.xml.rels" ContentType="application/vnd.openxmlformats-package.relationships+xml"/>
  <Override PartName="/ppt/slideLayouts/_rels/slideLayout101.xml.rels" ContentType="application/vnd.openxmlformats-package.relationships+xml"/>
  <Override PartName="/ppt/slideLayouts/_rels/slideLayout102.xml.rels" ContentType="application/vnd.openxmlformats-package.relationships+xml"/>
  <Override PartName="/ppt/slideLayouts/_rels/slideLayout103.xml.rels" ContentType="application/vnd.openxmlformats-package.relationships+xml"/>
  <Override PartName="/ppt/slideLayouts/_rels/slideLayout104.xml.rels" ContentType="application/vnd.openxmlformats-package.relationships+xml"/>
  <Override PartName="/ppt/slideLayouts/_rels/slideLayout105.xml.rels" ContentType="application/vnd.openxmlformats-package.relationships+xml"/>
  <Override PartName="/ppt/slideLayouts/_rels/slideLayout106.xml.rels" ContentType="application/vnd.openxmlformats-package.relationships+xml"/>
  <Override PartName="/ppt/slideLayouts/_rels/slideLayout107.xml.rels" ContentType="application/vnd.openxmlformats-package.relationships+xml"/>
  <Override PartName="/ppt/slideLayouts/_rels/slideLayout110.xml.rels" ContentType="application/vnd.openxmlformats-package.relationships+xml"/>
  <Override PartName="/ppt/slideLayouts/_rels/slideLayout111.xml.rels" ContentType="application/vnd.openxmlformats-package.relationships+xml"/>
  <Override PartName="/ppt/slideLayouts/_rels/slideLayout112.xml.rels" ContentType="application/vnd.openxmlformats-package.relationships+xml"/>
  <Override PartName="/ppt/slideLayouts/_rels/slideLayout113.xml.rels" ContentType="application/vnd.openxmlformats-package.relationships+xml"/>
  <Override PartName="/ppt/slideLayouts/_rels/slideLayout114.xml.rels" ContentType="application/vnd.openxmlformats-package.relationships+xml"/>
  <Override PartName="/ppt/slideLayouts/_rels/slideLayout115.xml.rels" ContentType="application/vnd.openxmlformats-package.relationships+xml"/>
  <Override PartName="/ppt/slideLayouts/_rels/slideLayout116.xml.rels" ContentType="application/vnd.openxmlformats-package.relationships+xml"/>
  <Override PartName="/ppt/slideLayouts/_rels/slideLayout117.xml.rels" ContentType="application/vnd.openxmlformats-package.relationships+xml"/>
  <Override PartName="/ppt/slideLayouts/_rels/slideLayout120.xml.rels" ContentType="application/vnd.openxmlformats-package.relationships+xml"/>
  <Override PartName="/ppt/slideLayouts/_rels/slideLayout121.xml.rels" ContentType="application/vnd.openxmlformats-package.relationships+xml"/>
  <Override PartName="/ppt/slideLayouts/_rels/slideLayout122.xml.rels" ContentType="application/vnd.openxmlformats-package.relationships+xml"/>
  <Override PartName="/ppt/slideLayouts/_rels/slideLayout123.xml.rels" ContentType="application/vnd.openxmlformats-package.relationships+xml"/>
  <Override PartName="/ppt/slideLayouts/_rels/slideLayout124.xml.rels" ContentType="application/vnd.openxmlformats-package.relationships+xml"/>
  <Override PartName="/ppt/slideLayouts/_rels/slideLayout125.xml.rels" ContentType="application/vnd.openxmlformats-package.relationships+xml"/>
  <Override PartName="/ppt/slideLayouts/_rels/slideLayout126.xml.rels" ContentType="application/vnd.openxmlformats-package.relationships+xml"/>
  <Override PartName="/ppt/slideLayouts/_rels/slideLayout127.xml.rels" ContentType="application/vnd.openxmlformats-package.relationships+xml"/>
  <Override PartName="/ppt/slideLayouts/_rels/slideLayout130.xml.rels" ContentType="application/vnd.openxmlformats-package.relationships+xml"/>
  <Override PartName="/ppt/slideLayouts/_rels/slideLayout131.xml.rels" ContentType="application/vnd.openxmlformats-package.relationships+xml"/>
  <Override PartName="/ppt/slideLayouts/_rels/slideLayout132.xml.rels" ContentType="application/vnd.openxmlformats-package.relationships+xml"/>
  <Override PartName="/ppt/slideLayouts/_rels/slideLayout133.xml.rels" ContentType="application/vnd.openxmlformats-package.relationships+xml"/>
  <Override PartName="/ppt/slideLayouts/_rels/slideLayout134.xml.rels" ContentType="application/vnd.openxmlformats-package.relationships+xml"/>
  <Override PartName="/ppt/slideLayouts/_rels/slideLayout135.xml.rels" ContentType="application/vnd.openxmlformats-package.relationships+xml"/>
  <Override PartName="/ppt/slideLayouts/_rels/slideLayout136.xml.rels" ContentType="application/vnd.openxmlformats-package.relationships+xml"/>
  <Override PartName="/ppt/slideLayouts/_rels/slideLayout140.xml.rels" ContentType="application/vnd.openxmlformats-package.relationships+xml"/>
  <Override PartName="/ppt/slideLayouts/_rels/slideLayout141.xml.rels" ContentType="application/vnd.openxmlformats-package.relationships+xml"/>
  <Override PartName="/ppt/slideLayouts/_rels/slideLayout142.xml.rels" ContentType="application/vnd.openxmlformats-package.relationships+xml"/>
  <Override PartName="/ppt/slideLayouts/_rels/slideLayout143.xml.rels" ContentType="application/vnd.openxmlformats-package.relationships+xml"/>
  <Override PartName="/ppt/slideLayouts/_rels/slideLayout144.xml.rels" ContentType="application/vnd.openxmlformats-package.relationship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media/image20.png" ContentType="image/png"/>
  <Override PartName="/ppt/media/image1.tif" ContentType="image/tiff"/>
  <Override PartName="/ppt/media/image2.png" ContentType="image/png"/>
  <Override PartName="/ppt/media/image3.jpeg" ContentType="image/jpeg"/>
  <Override PartName="/ppt/media/image5.png" ContentType="image/png"/>
  <Override PartName="/ppt/media/image4.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hdphoto1.wdp" ContentType="image/vnd.ms-photo"/>
  <Override PartName="/ppt/media/image25.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6.png" ContentType="image/png"/>
  <Override PartName="/ppt/media/image27.jpeg" ContentType="image/jpe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7.jpeg" ContentType="image/jpeg"/>
  <Override PartName="/ppt/media/image36.png" ContentType="image/png"/>
  <Override PartName="/ppt/media/image38.jpeg" ContentType="image/jpeg"/>
  <Override PartName="/ppt/media/image39.png" ContentType="image/png"/>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 id="2147483746" r:id="rId51"/>
    <p:sldMasterId id="2147483748" r:id="rId52"/>
    <p:sldMasterId id="2147483750" r:id="rId53"/>
    <p:sldMasterId id="2147483752" r:id="rId54"/>
    <p:sldMasterId id="2147483754" r:id="rId55"/>
    <p:sldMasterId id="2147483756" r:id="rId56"/>
    <p:sldMasterId id="2147483758" r:id="rId57"/>
    <p:sldMasterId id="2147483760" r:id="rId58"/>
    <p:sldMasterId id="2147483762" r:id="rId59"/>
    <p:sldMasterId id="2147483764" r:id="rId60"/>
    <p:sldMasterId id="2147483766" r:id="rId61"/>
    <p:sldMasterId id="2147483768" r:id="rId62"/>
    <p:sldMasterId id="2147483770" r:id="rId63"/>
    <p:sldMasterId id="2147483772" r:id="rId64"/>
    <p:sldMasterId id="2147483774" r:id="rId65"/>
    <p:sldMasterId id="2147483776" r:id="rId66"/>
    <p:sldMasterId id="2147483778" r:id="rId67"/>
    <p:sldMasterId id="2147483780" r:id="rId68"/>
    <p:sldMasterId id="2147483782" r:id="rId69"/>
    <p:sldMasterId id="2147483784" r:id="rId70"/>
    <p:sldMasterId id="2147483786" r:id="rId71"/>
    <p:sldMasterId id="2147483788" r:id="rId72"/>
    <p:sldMasterId id="2147483790" r:id="rId73"/>
    <p:sldMasterId id="2147483792" r:id="rId74"/>
    <p:sldMasterId id="2147483794" r:id="rId75"/>
    <p:sldMasterId id="2147483796" r:id="rId76"/>
    <p:sldMasterId id="2147483798" r:id="rId77"/>
    <p:sldMasterId id="2147483800" r:id="rId78"/>
    <p:sldMasterId id="2147483802" r:id="rId79"/>
    <p:sldMasterId id="2147483804" r:id="rId80"/>
    <p:sldMasterId id="2147483806" r:id="rId81"/>
    <p:sldMasterId id="2147483808" r:id="rId82"/>
    <p:sldMasterId id="2147483810" r:id="rId83"/>
    <p:sldMasterId id="2147483812" r:id="rId84"/>
    <p:sldMasterId id="2147483814" r:id="rId85"/>
    <p:sldMasterId id="2147483816" r:id="rId86"/>
    <p:sldMasterId id="2147483818" r:id="rId87"/>
    <p:sldMasterId id="2147483820" r:id="rId88"/>
    <p:sldMasterId id="2147483822" r:id="rId89"/>
    <p:sldMasterId id="2147483824" r:id="rId90"/>
    <p:sldMasterId id="2147483826" r:id="rId91"/>
    <p:sldMasterId id="2147483828" r:id="rId92"/>
    <p:sldMasterId id="2147483830" r:id="rId93"/>
    <p:sldMasterId id="2147483832" r:id="rId94"/>
    <p:sldMasterId id="2147483834" r:id="rId95"/>
    <p:sldMasterId id="2147483836" r:id="rId96"/>
    <p:sldMasterId id="2147483838" r:id="rId97"/>
    <p:sldMasterId id="2147483840" r:id="rId98"/>
    <p:sldMasterId id="2147483842" r:id="rId99"/>
    <p:sldMasterId id="2147483844" r:id="rId100"/>
    <p:sldMasterId id="2147483846" r:id="rId101"/>
    <p:sldMasterId id="2147483848" r:id="rId102"/>
    <p:sldMasterId id="2147483850" r:id="rId103"/>
    <p:sldMasterId id="2147483852" r:id="rId104"/>
    <p:sldMasterId id="2147483854" r:id="rId105"/>
    <p:sldMasterId id="2147483856" r:id="rId106"/>
    <p:sldMasterId id="2147483858" r:id="rId107"/>
    <p:sldMasterId id="2147483860" r:id="rId108"/>
    <p:sldMasterId id="2147483862" r:id="rId109"/>
    <p:sldMasterId id="2147483864" r:id="rId110"/>
    <p:sldMasterId id="2147483866" r:id="rId111"/>
    <p:sldMasterId id="2147483868" r:id="rId112"/>
    <p:sldMasterId id="2147483870" r:id="rId113"/>
    <p:sldMasterId id="2147483872" r:id="rId114"/>
    <p:sldMasterId id="2147483874" r:id="rId115"/>
    <p:sldMasterId id="2147483876" r:id="rId116"/>
    <p:sldMasterId id="2147483878" r:id="rId117"/>
    <p:sldMasterId id="2147483880" r:id="rId118"/>
    <p:sldMasterId id="2147483882" r:id="rId119"/>
    <p:sldMasterId id="2147483884" r:id="rId120"/>
    <p:sldMasterId id="2147483886" r:id="rId121"/>
    <p:sldMasterId id="2147483888" r:id="rId122"/>
    <p:sldMasterId id="2147483890" r:id="rId123"/>
    <p:sldMasterId id="2147483892" r:id="rId124"/>
    <p:sldMasterId id="2147483894" r:id="rId125"/>
    <p:sldMasterId id="2147483896" r:id="rId126"/>
    <p:sldMasterId id="2147483898" r:id="rId127"/>
    <p:sldMasterId id="2147483900" r:id="rId128"/>
    <p:sldMasterId id="2147483902" r:id="rId129"/>
    <p:sldMasterId id="2147483904" r:id="rId130"/>
    <p:sldMasterId id="2147483906" r:id="rId131"/>
    <p:sldMasterId id="2147483908" r:id="rId132"/>
    <p:sldMasterId id="2147483910" r:id="rId133"/>
    <p:sldMasterId id="2147483912" r:id="rId134"/>
    <p:sldMasterId id="2147483914" r:id="rId135"/>
    <p:sldMasterId id="2147483916" r:id="rId136"/>
    <p:sldMasterId id="2147483918" r:id="rId137"/>
    <p:sldMasterId id="2147483920" r:id="rId138"/>
    <p:sldMasterId id="2147483922" r:id="rId139"/>
    <p:sldMasterId id="2147483924" r:id="rId140"/>
    <p:sldMasterId id="2147483926" r:id="rId141"/>
    <p:sldMasterId id="2147483928" r:id="rId142"/>
    <p:sldMasterId id="2147483930" r:id="rId143"/>
    <p:sldMasterId id="2147483932" r:id="rId144"/>
    <p:sldMasterId id="2147483934" r:id="rId145"/>
  </p:sldMasterIdLst>
  <p:sldIdLst>
    <p:sldId id="256" r:id="rId146"/>
    <p:sldId id="257" r:id="rId147"/>
    <p:sldId id="258" r:id="rId148"/>
    <p:sldId id="259" r:id="rId149"/>
    <p:sldId id="260" r:id="rId150"/>
    <p:sldId id="261" r:id="rId151"/>
  </p:sldIdLst>
  <p:sldSz cx="24384000" cy="13716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slideMaster" Target="slideMasters/slideMaster50.xml"/><Relationship Id="rId52" Type="http://schemas.openxmlformats.org/officeDocument/2006/relationships/slideMaster" Target="slideMasters/slideMaster51.xml"/><Relationship Id="rId53" Type="http://schemas.openxmlformats.org/officeDocument/2006/relationships/slideMaster" Target="slideMasters/slideMaster52.xml"/><Relationship Id="rId54" Type="http://schemas.openxmlformats.org/officeDocument/2006/relationships/slideMaster" Target="slideMasters/slideMaster53.xml"/><Relationship Id="rId55" Type="http://schemas.openxmlformats.org/officeDocument/2006/relationships/slideMaster" Target="slideMasters/slideMaster54.xml"/><Relationship Id="rId56" Type="http://schemas.openxmlformats.org/officeDocument/2006/relationships/slideMaster" Target="slideMasters/slideMaster55.xml"/><Relationship Id="rId57" Type="http://schemas.openxmlformats.org/officeDocument/2006/relationships/slideMaster" Target="slideMasters/slideMaster56.xml"/><Relationship Id="rId58" Type="http://schemas.openxmlformats.org/officeDocument/2006/relationships/slideMaster" Target="slideMasters/slideMaster57.xml"/><Relationship Id="rId59" Type="http://schemas.openxmlformats.org/officeDocument/2006/relationships/slideMaster" Target="slideMasters/slideMaster58.xml"/><Relationship Id="rId60" Type="http://schemas.openxmlformats.org/officeDocument/2006/relationships/slideMaster" Target="slideMasters/slideMaster59.xml"/><Relationship Id="rId61" Type="http://schemas.openxmlformats.org/officeDocument/2006/relationships/slideMaster" Target="slideMasters/slideMaster60.xml"/><Relationship Id="rId62" Type="http://schemas.openxmlformats.org/officeDocument/2006/relationships/slideMaster" Target="slideMasters/slideMaster61.xml"/><Relationship Id="rId63" Type="http://schemas.openxmlformats.org/officeDocument/2006/relationships/slideMaster" Target="slideMasters/slideMaster62.xml"/><Relationship Id="rId64" Type="http://schemas.openxmlformats.org/officeDocument/2006/relationships/slideMaster" Target="slideMasters/slideMaster63.xml"/><Relationship Id="rId65" Type="http://schemas.openxmlformats.org/officeDocument/2006/relationships/slideMaster" Target="slideMasters/slideMaster64.xml"/><Relationship Id="rId66" Type="http://schemas.openxmlformats.org/officeDocument/2006/relationships/slideMaster" Target="slideMasters/slideMaster65.xml"/><Relationship Id="rId67" Type="http://schemas.openxmlformats.org/officeDocument/2006/relationships/slideMaster" Target="slideMasters/slideMaster66.xml"/><Relationship Id="rId68" Type="http://schemas.openxmlformats.org/officeDocument/2006/relationships/slideMaster" Target="slideMasters/slideMaster67.xml"/><Relationship Id="rId69" Type="http://schemas.openxmlformats.org/officeDocument/2006/relationships/slideMaster" Target="slideMasters/slideMaster68.xml"/><Relationship Id="rId70" Type="http://schemas.openxmlformats.org/officeDocument/2006/relationships/slideMaster" Target="slideMasters/slideMaster69.xml"/><Relationship Id="rId71" Type="http://schemas.openxmlformats.org/officeDocument/2006/relationships/slideMaster" Target="slideMasters/slideMaster70.xml"/><Relationship Id="rId72" Type="http://schemas.openxmlformats.org/officeDocument/2006/relationships/slideMaster" Target="slideMasters/slideMaster71.xml"/><Relationship Id="rId73" Type="http://schemas.openxmlformats.org/officeDocument/2006/relationships/slideMaster" Target="slideMasters/slideMaster72.xml"/><Relationship Id="rId74" Type="http://schemas.openxmlformats.org/officeDocument/2006/relationships/slideMaster" Target="slideMasters/slideMaster73.xml"/><Relationship Id="rId75" Type="http://schemas.openxmlformats.org/officeDocument/2006/relationships/slideMaster" Target="slideMasters/slideMaster74.xml"/><Relationship Id="rId76" Type="http://schemas.openxmlformats.org/officeDocument/2006/relationships/slideMaster" Target="slideMasters/slideMaster75.xml"/><Relationship Id="rId77" Type="http://schemas.openxmlformats.org/officeDocument/2006/relationships/slideMaster" Target="slideMasters/slideMaster76.xml"/><Relationship Id="rId78" Type="http://schemas.openxmlformats.org/officeDocument/2006/relationships/slideMaster" Target="slideMasters/slideMaster77.xml"/><Relationship Id="rId79" Type="http://schemas.openxmlformats.org/officeDocument/2006/relationships/slideMaster" Target="slideMasters/slideMaster78.xml"/><Relationship Id="rId80" Type="http://schemas.openxmlformats.org/officeDocument/2006/relationships/slideMaster" Target="slideMasters/slideMaster79.xml"/><Relationship Id="rId81" Type="http://schemas.openxmlformats.org/officeDocument/2006/relationships/slideMaster" Target="slideMasters/slideMaster80.xml"/><Relationship Id="rId82" Type="http://schemas.openxmlformats.org/officeDocument/2006/relationships/slideMaster" Target="slideMasters/slideMaster81.xml"/><Relationship Id="rId83" Type="http://schemas.openxmlformats.org/officeDocument/2006/relationships/slideMaster" Target="slideMasters/slideMaster82.xml"/><Relationship Id="rId84" Type="http://schemas.openxmlformats.org/officeDocument/2006/relationships/slideMaster" Target="slideMasters/slideMaster83.xml"/><Relationship Id="rId85" Type="http://schemas.openxmlformats.org/officeDocument/2006/relationships/slideMaster" Target="slideMasters/slideMaster84.xml"/><Relationship Id="rId86" Type="http://schemas.openxmlformats.org/officeDocument/2006/relationships/slideMaster" Target="slideMasters/slideMaster85.xml"/><Relationship Id="rId87" Type="http://schemas.openxmlformats.org/officeDocument/2006/relationships/slideMaster" Target="slideMasters/slideMaster86.xml"/><Relationship Id="rId88" Type="http://schemas.openxmlformats.org/officeDocument/2006/relationships/slideMaster" Target="slideMasters/slideMaster87.xml"/><Relationship Id="rId89" Type="http://schemas.openxmlformats.org/officeDocument/2006/relationships/slideMaster" Target="slideMasters/slideMaster88.xml"/><Relationship Id="rId90" Type="http://schemas.openxmlformats.org/officeDocument/2006/relationships/slideMaster" Target="slideMasters/slideMaster89.xml"/><Relationship Id="rId91" Type="http://schemas.openxmlformats.org/officeDocument/2006/relationships/slideMaster" Target="slideMasters/slideMaster90.xml"/><Relationship Id="rId92" Type="http://schemas.openxmlformats.org/officeDocument/2006/relationships/slideMaster" Target="slideMasters/slideMaster91.xml"/><Relationship Id="rId93" Type="http://schemas.openxmlformats.org/officeDocument/2006/relationships/slideMaster" Target="slideMasters/slideMaster92.xml"/><Relationship Id="rId94" Type="http://schemas.openxmlformats.org/officeDocument/2006/relationships/slideMaster" Target="slideMasters/slideMaster93.xml"/><Relationship Id="rId95" Type="http://schemas.openxmlformats.org/officeDocument/2006/relationships/slideMaster" Target="slideMasters/slideMaster94.xml"/><Relationship Id="rId96" Type="http://schemas.openxmlformats.org/officeDocument/2006/relationships/slideMaster" Target="slideMasters/slideMaster95.xml"/><Relationship Id="rId97" Type="http://schemas.openxmlformats.org/officeDocument/2006/relationships/slideMaster" Target="slideMasters/slideMaster96.xml"/><Relationship Id="rId98" Type="http://schemas.openxmlformats.org/officeDocument/2006/relationships/slideMaster" Target="slideMasters/slideMaster97.xml"/><Relationship Id="rId99" Type="http://schemas.openxmlformats.org/officeDocument/2006/relationships/slideMaster" Target="slideMasters/slideMaster98.xml"/><Relationship Id="rId100" Type="http://schemas.openxmlformats.org/officeDocument/2006/relationships/slideMaster" Target="slideMasters/slideMaster99.xml"/><Relationship Id="rId101" Type="http://schemas.openxmlformats.org/officeDocument/2006/relationships/slideMaster" Target="slideMasters/slideMaster100.xml"/><Relationship Id="rId102" Type="http://schemas.openxmlformats.org/officeDocument/2006/relationships/slideMaster" Target="slideMasters/slideMaster101.xml"/><Relationship Id="rId103" Type="http://schemas.openxmlformats.org/officeDocument/2006/relationships/slideMaster" Target="slideMasters/slideMaster102.xml"/><Relationship Id="rId104" Type="http://schemas.openxmlformats.org/officeDocument/2006/relationships/slideMaster" Target="slideMasters/slideMaster103.xml"/><Relationship Id="rId105" Type="http://schemas.openxmlformats.org/officeDocument/2006/relationships/slideMaster" Target="slideMasters/slideMaster104.xml"/><Relationship Id="rId106" Type="http://schemas.openxmlformats.org/officeDocument/2006/relationships/slideMaster" Target="slideMasters/slideMaster105.xml"/><Relationship Id="rId107" Type="http://schemas.openxmlformats.org/officeDocument/2006/relationships/slideMaster" Target="slideMasters/slideMaster106.xml"/><Relationship Id="rId108" Type="http://schemas.openxmlformats.org/officeDocument/2006/relationships/slideMaster" Target="slideMasters/slideMaster107.xml"/><Relationship Id="rId109" Type="http://schemas.openxmlformats.org/officeDocument/2006/relationships/slideMaster" Target="slideMasters/slideMaster108.xml"/><Relationship Id="rId110" Type="http://schemas.openxmlformats.org/officeDocument/2006/relationships/slideMaster" Target="slideMasters/slideMaster109.xml"/><Relationship Id="rId111" Type="http://schemas.openxmlformats.org/officeDocument/2006/relationships/slideMaster" Target="slideMasters/slideMaster110.xml"/><Relationship Id="rId112" Type="http://schemas.openxmlformats.org/officeDocument/2006/relationships/slideMaster" Target="slideMasters/slideMaster111.xml"/><Relationship Id="rId113" Type="http://schemas.openxmlformats.org/officeDocument/2006/relationships/slideMaster" Target="slideMasters/slideMaster112.xml"/><Relationship Id="rId114" Type="http://schemas.openxmlformats.org/officeDocument/2006/relationships/slideMaster" Target="slideMasters/slideMaster113.xml"/><Relationship Id="rId115" Type="http://schemas.openxmlformats.org/officeDocument/2006/relationships/slideMaster" Target="slideMasters/slideMaster114.xml"/><Relationship Id="rId116" Type="http://schemas.openxmlformats.org/officeDocument/2006/relationships/slideMaster" Target="slideMasters/slideMaster115.xml"/><Relationship Id="rId117" Type="http://schemas.openxmlformats.org/officeDocument/2006/relationships/slideMaster" Target="slideMasters/slideMaster116.xml"/><Relationship Id="rId118" Type="http://schemas.openxmlformats.org/officeDocument/2006/relationships/slideMaster" Target="slideMasters/slideMaster117.xml"/><Relationship Id="rId119" Type="http://schemas.openxmlformats.org/officeDocument/2006/relationships/slideMaster" Target="slideMasters/slideMaster118.xml"/><Relationship Id="rId120" Type="http://schemas.openxmlformats.org/officeDocument/2006/relationships/slideMaster" Target="slideMasters/slideMaster119.xml"/><Relationship Id="rId121" Type="http://schemas.openxmlformats.org/officeDocument/2006/relationships/slideMaster" Target="slideMasters/slideMaster120.xml"/><Relationship Id="rId122" Type="http://schemas.openxmlformats.org/officeDocument/2006/relationships/slideMaster" Target="slideMasters/slideMaster121.xml"/><Relationship Id="rId123" Type="http://schemas.openxmlformats.org/officeDocument/2006/relationships/slideMaster" Target="slideMasters/slideMaster122.xml"/><Relationship Id="rId124" Type="http://schemas.openxmlformats.org/officeDocument/2006/relationships/slideMaster" Target="slideMasters/slideMaster123.xml"/><Relationship Id="rId125" Type="http://schemas.openxmlformats.org/officeDocument/2006/relationships/slideMaster" Target="slideMasters/slideMaster124.xml"/><Relationship Id="rId126" Type="http://schemas.openxmlformats.org/officeDocument/2006/relationships/slideMaster" Target="slideMasters/slideMaster125.xml"/><Relationship Id="rId127" Type="http://schemas.openxmlformats.org/officeDocument/2006/relationships/slideMaster" Target="slideMasters/slideMaster126.xml"/><Relationship Id="rId128" Type="http://schemas.openxmlformats.org/officeDocument/2006/relationships/slideMaster" Target="slideMasters/slideMaster127.xml"/><Relationship Id="rId129" Type="http://schemas.openxmlformats.org/officeDocument/2006/relationships/slideMaster" Target="slideMasters/slideMaster128.xml"/><Relationship Id="rId130" Type="http://schemas.openxmlformats.org/officeDocument/2006/relationships/slideMaster" Target="slideMasters/slideMaster129.xml"/><Relationship Id="rId131" Type="http://schemas.openxmlformats.org/officeDocument/2006/relationships/slideMaster" Target="slideMasters/slideMaster130.xml"/><Relationship Id="rId132" Type="http://schemas.openxmlformats.org/officeDocument/2006/relationships/slideMaster" Target="slideMasters/slideMaster131.xml"/><Relationship Id="rId133" Type="http://schemas.openxmlformats.org/officeDocument/2006/relationships/slideMaster" Target="slideMasters/slideMaster132.xml"/><Relationship Id="rId134" Type="http://schemas.openxmlformats.org/officeDocument/2006/relationships/slideMaster" Target="slideMasters/slideMaster133.xml"/><Relationship Id="rId135" Type="http://schemas.openxmlformats.org/officeDocument/2006/relationships/slideMaster" Target="slideMasters/slideMaster134.xml"/><Relationship Id="rId136" Type="http://schemas.openxmlformats.org/officeDocument/2006/relationships/slideMaster" Target="slideMasters/slideMaster135.xml"/><Relationship Id="rId137" Type="http://schemas.openxmlformats.org/officeDocument/2006/relationships/slideMaster" Target="slideMasters/slideMaster136.xml"/><Relationship Id="rId138" Type="http://schemas.openxmlformats.org/officeDocument/2006/relationships/slideMaster" Target="slideMasters/slideMaster137.xml"/><Relationship Id="rId139" Type="http://schemas.openxmlformats.org/officeDocument/2006/relationships/slideMaster" Target="slideMasters/slideMaster138.xml"/><Relationship Id="rId140" Type="http://schemas.openxmlformats.org/officeDocument/2006/relationships/slideMaster" Target="slideMasters/slideMaster139.xml"/><Relationship Id="rId141" Type="http://schemas.openxmlformats.org/officeDocument/2006/relationships/slideMaster" Target="slideMasters/slideMaster140.xml"/><Relationship Id="rId142" Type="http://schemas.openxmlformats.org/officeDocument/2006/relationships/slideMaster" Target="slideMasters/slideMaster141.xml"/><Relationship Id="rId143" Type="http://schemas.openxmlformats.org/officeDocument/2006/relationships/slideMaster" Target="slideMasters/slideMaster142.xml"/><Relationship Id="rId144" Type="http://schemas.openxmlformats.org/officeDocument/2006/relationships/slideMaster" Target="slideMasters/slideMaster143.xml"/><Relationship Id="rId145" Type="http://schemas.openxmlformats.org/officeDocument/2006/relationships/slideMaster" Target="slideMasters/slideMaster144.xml"/><Relationship Id="rId146" Type="http://schemas.openxmlformats.org/officeDocument/2006/relationships/slide" Target="slides/slide1.xml"/><Relationship Id="rId147" Type="http://schemas.openxmlformats.org/officeDocument/2006/relationships/slide" Target="slides/slide2.xml"/><Relationship Id="rId148" Type="http://schemas.openxmlformats.org/officeDocument/2006/relationships/slide" Target="slides/slide3.xml"/><Relationship Id="rId149" Type="http://schemas.openxmlformats.org/officeDocument/2006/relationships/slide" Target="slides/slide4.xml"/><Relationship Id="rId150" Type="http://schemas.openxmlformats.org/officeDocument/2006/relationships/slide" Target="slides/slide5.xml"/><Relationship Id="rId151" Type="http://schemas.openxmlformats.org/officeDocument/2006/relationships/slide" Target="slides/slide6.xml"/><Relationship Id="rId152"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C713EE-7754-4E09-BC85-079BD24973FD}" type="doc">
      <dgm:prSet loTypeId="urn:microsoft.com/office/officeart/2005/8/layout/pyramid1" loCatId="pyramid" qsTypeId="urn:microsoft.com/office/officeart/2005/8/quickstyle/simple1" qsCatId="simple" csTypeId="urn:microsoft.com/office/officeart/2005/8/colors/accent1_2" csCatId="accent1" phldr="1"/>
      <dgm:spPr/>
    </dgm:pt>
    <dgm:pt modelId="{1B0B09C3-2B07-4EDC-894E-DF95C6A25624}">
      <dgm:prSet phldrT="[Text]" custT="1"/>
      <dgm:spPr/>
      <dgm:t>
        <a:bodyPr/>
        <a:lstStyle/>
        <a:p>
          <a:r>
            <a:rPr lang="en-US" sz="4000" dirty="0">
              <a:solidFill>
                <a:srgbClr val="8CB35F"/>
              </a:solidFill>
              <a:latin typeface="Lato" panose="020F0502020204030203" pitchFamily="34" charset="0"/>
              <a:ea typeface="Lato" panose="020F0502020204030203" pitchFamily="34" charset="0"/>
              <a:cs typeface="Lato" panose="020F0502020204030203" pitchFamily="34" charset="0"/>
            </a:rPr>
            <a:t>1</a:t>
          </a:r>
        </a:p>
      </dgm:t>
    </dgm:pt>
    <dgm:pt modelId="{E0DD9238-3DAA-4E37-A39A-6B658B6E2C40}" type="parTrans" cxnId="{EAFB61BF-14D3-4671-B6B2-B0AC9955C29C}">
      <dgm:prSet/>
      <dgm:spPr/>
      <dgm:t>
        <a:bodyPr/>
        <a:lstStyle/>
        <a:p>
          <a:endParaRPr lang="en-US"/>
        </a:p>
      </dgm:t>
    </dgm:pt>
    <dgm:pt modelId="{1F4EE860-A384-49DF-AC71-902AB3FBCB51}" type="sibTrans" cxnId="{EAFB61BF-14D3-4671-B6B2-B0AC9955C29C}">
      <dgm:prSet/>
      <dgm:spPr/>
      <dgm:t>
        <a:bodyPr/>
        <a:lstStyle/>
        <a:p>
          <a:endParaRPr lang="en-US"/>
        </a:p>
      </dgm:t>
    </dgm:pt>
    <dgm:pt modelId="{26F41312-68F4-43D8-87AB-535FEF2DCD2F}">
      <dgm:prSet phldrT="[Text]" custT="1"/>
      <dgm:spPr/>
      <dgm:t>
        <a:bodyPr/>
        <a:lstStyle/>
        <a:p>
          <a:r>
            <a:rPr lang="en-US" sz="4000" dirty="0">
              <a:solidFill>
                <a:srgbClr val="8CB35F"/>
              </a:solidFill>
              <a:latin typeface="Lato" panose="020F0502020204030203" pitchFamily="34" charset="0"/>
              <a:ea typeface="Lato" panose="020F0502020204030203" pitchFamily="34" charset="0"/>
              <a:cs typeface="Lato" panose="020F0502020204030203" pitchFamily="34" charset="0"/>
            </a:rPr>
            <a:t>2</a:t>
          </a:r>
        </a:p>
      </dgm:t>
    </dgm:pt>
    <dgm:pt modelId="{94E0625C-A99B-4C41-9623-83E466DFF8EF}" type="parTrans" cxnId="{47727F91-F8C5-4DCA-801E-7EF288F2EA4E}">
      <dgm:prSet/>
      <dgm:spPr/>
      <dgm:t>
        <a:bodyPr/>
        <a:lstStyle/>
        <a:p>
          <a:endParaRPr lang="en-US"/>
        </a:p>
      </dgm:t>
    </dgm:pt>
    <dgm:pt modelId="{F5785631-1E29-4F57-851E-F275392F8EA9}" type="sibTrans" cxnId="{47727F91-F8C5-4DCA-801E-7EF288F2EA4E}">
      <dgm:prSet/>
      <dgm:spPr/>
      <dgm:t>
        <a:bodyPr/>
        <a:lstStyle/>
        <a:p>
          <a:endParaRPr lang="en-US"/>
        </a:p>
      </dgm:t>
    </dgm:pt>
    <dgm:pt modelId="{37D6ADB2-0430-425E-81F2-B297865AF988}">
      <dgm:prSet phldrT="[Text]" custT="1"/>
      <dgm:spPr/>
      <dgm:t>
        <a:bodyPr/>
        <a:lstStyle/>
        <a:p>
          <a:r>
            <a:rPr lang="en-US" sz="4000" dirty="0">
              <a:solidFill>
                <a:srgbClr val="8CB35F"/>
              </a:solidFill>
              <a:latin typeface="Lato" panose="020F0502020204030203" pitchFamily="34" charset="0"/>
              <a:ea typeface="Lato" panose="020F0502020204030203" pitchFamily="34" charset="0"/>
              <a:cs typeface="Lato" panose="020F0502020204030203" pitchFamily="34" charset="0"/>
            </a:rPr>
            <a:t>3</a:t>
          </a:r>
        </a:p>
      </dgm:t>
    </dgm:pt>
    <dgm:pt modelId="{EED88DEC-8FA7-42AD-BC97-0506887A5042}" type="parTrans" cxnId="{1FE98700-9881-4266-9C85-6DD2C39B2A5A}">
      <dgm:prSet/>
      <dgm:spPr/>
      <dgm:t>
        <a:bodyPr/>
        <a:lstStyle/>
        <a:p>
          <a:endParaRPr lang="en-US"/>
        </a:p>
      </dgm:t>
    </dgm:pt>
    <dgm:pt modelId="{3C86CFCD-B16D-4548-9DC1-148CFBFF6F6D}" type="sibTrans" cxnId="{1FE98700-9881-4266-9C85-6DD2C39B2A5A}">
      <dgm:prSet/>
      <dgm:spPr/>
      <dgm:t>
        <a:bodyPr/>
        <a:lstStyle/>
        <a:p>
          <a:endParaRPr lang="en-US"/>
        </a:p>
      </dgm:t>
    </dgm:pt>
    <dgm:pt modelId="{C39D853D-07E1-4C91-B8C3-14001F50E148}">
      <dgm:prSet phldrT="[Text]" custT="1"/>
      <dgm:spPr/>
      <dgm:t>
        <a:bodyPr/>
        <a:lstStyle/>
        <a:p>
          <a:r>
            <a:rPr lang="en-US" sz="4000" dirty="0">
              <a:solidFill>
                <a:srgbClr val="8CB35F"/>
              </a:solidFill>
              <a:latin typeface="Lato" panose="020F0502020204030203" pitchFamily="34" charset="0"/>
              <a:ea typeface="Lato" panose="020F0502020204030203" pitchFamily="34" charset="0"/>
              <a:cs typeface="Lato" panose="020F0502020204030203" pitchFamily="34" charset="0"/>
            </a:rPr>
            <a:t>4</a:t>
          </a:r>
        </a:p>
      </dgm:t>
    </dgm:pt>
    <dgm:pt modelId="{A6B8F7BD-68CC-4FC2-87F9-3BE0BE6EA843}" type="parTrans" cxnId="{37333C2C-562E-4CCB-8983-45CFA116A4B9}">
      <dgm:prSet/>
      <dgm:spPr/>
      <dgm:t>
        <a:bodyPr/>
        <a:lstStyle/>
        <a:p>
          <a:endParaRPr lang="en-US"/>
        </a:p>
      </dgm:t>
    </dgm:pt>
    <dgm:pt modelId="{BB2DFCBC-4211-45EB-A476-F4D644C90830}" type="sibTrans" cxnId="{37333C2C-562E-4CCB-8983-45CFA116A4B9}">
      <dgm:prSet/>
      <dgm:spPr/>
      <dgm:t>
        <a:bodyPr/>
        <a:lstStyle/>
        <a:p>
          <a:endParaRPr lang="en-US"/>
        </a:p>
      </dgm:t>
    </dgm:pt>
    <dgm:pt modelId="{12F4E033-68DF-4765-93CD-487F0C43453D}">
      <dgm:prSet phldrT="[Text]" custT="1"/>
      <dgm:spPr/>
      <dgm:t>
        <a:bodyPr/>
        <a:lstStyle/>
        <a:p>
          <a:r>
            <a:rPr lang="en-US" sz="4000" dirty="0">
              <a:solidFill>
                <a:srgbClr val="8CB35F"/>
              </a:solidFill>
              <a:latin typeface="Lato" panose="020F0502020204030203" pitchFamily="34" charset="0"/>
              <a:ea typeface="Lato" panose="020F0502020204030203" pitchFamily="34" charset="0"/>
              <a:cs typeface="Lato" panose="020F0502020204030203" pitchFamily="34" charset="0"/>
            </a:rPr>
            <a:t>5</a:t>
          </a:r>
        </a:p>
      </dgm:t>
    </dgm:pt>
    <dgm:pt modelId="{5460960E-552B-4529-9E28-795699E343E8}" type="parTrans" cxnId="{6C2545CE-0DB5-4AD8-BAB3-EE9AC4DE75F2}">
      <dgm:prSet/>
      <dgm:spPr/>
      <dgm:t>
        <a:bodyPr/>
        <a:lstStyle/>
        <a:p>
          <a:endParaRPr lang="en-US"/>
        </a:p>
      </dgm:t>
    </dgm:pt>
    <dgm:pt modelId="{68D33FDB-37F4-4384-A3AE-64C471E93B85}" type="sibTrans" cxnId="{6C2545CE-0DB5-4AD8-BAB3-EE9AC4DE75F2}">
      <dgm:prSet/>
      <dgm:spPr/>
      <dgm:t>
        <a:bodyPr/>
        <a:lstStyle/>
        <a:p>
          <a:endParaRPr lang="en-US"/>
        </a:p>
      </dgm:t>
    </dgm:pt>
    <dgm:pt modelId="{52F8D176-4898-4BA2-B74A-F06CB73D1129}" type="pres">
      <dgm:prSet presAssocID="{D3C713EE-7754-4E09-BC85-079BD24973FD}" presName="Name0" presStyleCnt="0">
        <dgm:presLayoutVars>
          <dgm:dir/>
          <dgm:animLvl val="lvl"/>
          <dgm:resizeHandles val="exact"/>
        </dgm:presLayoutVars>
      </dgm:prSet>
      <dgm:spPr/>
    </dgm:pt>
    <dgm:pt modelId="{A292E771-8A82-4947-B6F3-F55A0E39434C}" type="pres">
      <dgm:prSet presAssocID="{1B0B09C3-2B07-4EDC-894E-DF95C6A25624}" presName="Name8" presStyleCnt="0"/>
      <dgm:spPr/>
    </dgm:pt>
    <dgm:pt modelId="{3A30CBE9-CE87-4660-B047-D2504E14E6FB}" type="pres">
      <dgm:prSet presAssocID="{1B0B09C3-2B07-4EDC-894E-DF95C6A25624}" presName="level" presStyleLbl="node1" presStyleIdx="0" presStyleCnt="5">
        <dgm:presLayoutVars>
          <dgm:chMax val="1"/>
          <dgm:bulletEnabled val="1"/>
        </dgm:presLayoutVars>
      </dgm:prSet>
      <dgm:spPr/>
    </dgm:pt>
    <dgm:pt modelId="{52DDC03A-6A0B-4B9B-AE6C-D2E6F6152F2C}" type="pres">
      <dgm:prSet presAssocID="{1B0B09C3-2B07-4EDC-894E-DF95C6A25624}" presName="levelTx" presStyleLbl="revTx" presStyleIdx="0" presStyleCnt="0">
        <dgm:presLayoutVars>
          <dgm:chMax val="1"/>
          <dgm:bulletEnabled val="1"/>
        </dgm:presLayoutVars>
      </dgm:prSet>
      <dgm:spPr/>
    </dgm:pt>
    <dgm:pt modelId="{B3B97612-C0F9-475E-85EC-4E67AFF56CD2}" type="pres">
      <dgm:prSet presAssocID="{26F41312-68F4-43D8-87AB-535FEF2DCD2F}" presName="Name8" presStyleCnt="0"/>
      <dgm:spPr/>
    </dgm:pt>
    <dgm:pt modelId="{2FDBFED4-C789-4CF5-AE02-5303631EC718}" type="pres">
      <dgm:prSet presAssocID="{26F41312-68F4-43D8-87AB-535FEF2DCD2F}" presName="level" presStyleLbl="node1" presStyleIdx="1" presStyleCnt="5">
        <dgm:presLayoutVars>
          <dgm:chMax val="1"/>
          <dgm:bulletEnabled val="1"/>
        </dgm:presLayoutVars>
      </dgm:prSet>
      <dgm:spPr/>
    </dgm:pt>
    <dgm:pt modelId="{D9909EFA-5610-479A-987A-D35F2229676A}" type="pres">
      <dgm:prSet presAssocID="{26F41312-68F4-43D8-87AB-535FEF2DCD2F}" presName="levelTx" presStyleLbl="revTx" presStyleIdx="0" presStyleCnt="0">
        <dgm:presLayoutVars>
          <dgm:chMax val="1"/>
          <dgm:bulletEnabled val="1"/>
        </dgm:presLayoutVars>
      </dgm:prSet>
      <dgm:spPr/>
    </dgm:pt>
    <dgm:pt modelId="{AC5978A6-D03F-4CD5-B78A-2DC6496C9FD8}" type="pres">
      <dgm:prSet presAssocID="{37D6ADB2-0430-425E-81F2-B297865AF988}" presName="Name8" presStyleCnt="0"/>
      <dgm:spPr/>
    </dgm:pt>
    <dgm:pt modelId="{8C707B30-B8C3-44D8-AB45-3462772EED90}" type="pres">
      <dgm:prSet presAssocID="{37D6ADB2-0430-425E-81F2-B297865AF988}" presName="level" presStyleLbl="node1" presStyleIdx="2" presStyleCnt="5">
        <dgm:presLayoutVars>
          <dgm:chMax val="1"/>
          <dgm:bulletEnabled val="1"/>
        </dgm:presLayoutVars>
      </dgm:prSet>
      <dgm:spPr/>
    </dgm:pt>
    <dgm:pt modelId="{8425B34C-11DB-4617-9296-26F3E533BE09}" type="pres">
      <dgm:prSet presAssocID="{37D6ADB2-0430-425E-81F2-B297865AF988}" presName="levelTx" presStyleLbl="revTx" presStyleIdx="0" presStyleCnt="0">
        <dgm:presLayoutVars>
          <dgm:chMax val="1"/>
          <dgm:bulletEnabled val="1"/>
        </dgm:presLayoutVars>
      </dgm:prSet>
      <dgm:spPr/>
    </dgm:pt>
    <dgm:pt modelId="{FA91868C-1F1A-415D-8D48-450015C81C54}" type="pres">
      <dgm:prSet presAssocID="{C39D853D-07E1-4C91-B8C3-14001F50E148}" presName="Name8" presStyleCnt="0"/>
      <dgm:spPr/>
    </dgm:pt>
    <dgm:pt modelId="{FC41A41C-BB6C-4A40-980A-749F22498E18}" type="pres">
      <dgm:prSet presAssocID="{C39D853D-07E1-4C91-B8C3-14001F50E148}" presName="level" presStyleLbl="node1" presStyleIdx="3" presStyleCnt="5">
        <dgm:presLayoutVars>
          <dgm:chMax val="1"/>
          <dgm:bulletEnabled val="1"/>
        </dgm:presLayoutVars>
      </dgm:prSet>
      <dgm:spPr/>
    </dgm:pt>
    <dgm:pt modelId="{CE8E6E22-340C-423E-8B64-41CDBBB05527}" type="pres">
      <dgm:prSet presAssocID="{C39D853D-07E1-4C91-B8C3-14001F50E148}" presName="levelTx" presStyleLbl="revTx" presStyleIdx="0" presStyleCnt="0">
        <dgm:presLayoutVars>
          <dgm:chMax val="1"/>
          <dgm:bulletEnabled val="1"/>
        </dgm:presLayoutVars>
      </dgm:prSet>
      <dgm:spPr/>
    </dgm:pt>
    <dgm:pt modelId="{9CB99825-FB7E-4A3C-B106-02FA3AC62EB0}" type="pres">
      <dgm:prSet presAssocID="{12F4E033-68DF-4765-93CD-487F0C43453D}" presName="Name8" presStyleCnt="0"/>
      <dgm:spPr/>
    </dgm:pt>
    <dgm:pt modelId="{19A0E0A2-A384-49D9-9231-D95A9F1B46EE}" type="pres">
      <dgm:prSet presAssocID="{12F4E033-68DF-4765-93CD-487F0C43453D}" presName="level" presStyleLbl="node1" presStyleIdx="4" presStyleCnt="5">
        <dgm:presLayoutVars>
          <dgm:chMax val="1"/>
          <dgm:bulletEnabled val="1"/>
        </dgm:presLayoutVars>
      </dgm:prSet>
      <dgm:spPr/>
    </dgm:pt>
    <dgm:pt modelId="{24D7B8AD-5103-426E-87D5-5F91429C9A06}" type="pres">
      <dgm:prSet presAssocID="{12F4E033-68DF-4765-93CD-487F0C43453D}" presName="levelTx" presStyleLbl="revTx" presStyleIdx="0" presStyleCnt="0">
        <dgm:presLayoutVars>
          <dgm:chMax val="1"/>
          <dgm:bulletEnabled val="1"/>
        </dgm:presLayoutVars>
      </dgm:prSet>
      <dgm:spPr/>
    </dgm:pt>
  </dgm:ptLst>
  <dgm:cxnLst>
    <dgm:cxn modelId="{1FE98700-9881-4266-9C85-6DD2C39B2A5A}" srcId="{D3C713EE-7754-4E09-BC85-079BD24973FD}" destId="{37D6ADB2-0430-425E-81F2-B297865AF988}" srcOrd="2" destOrd="0" parTransId="{EED88DEC-8FA7-42AD-BC97-0506887A5042}" sibTransId="{3C86CFCD-B16D-4548-9DC1-148CFBFF6F6D}"/>
    <dgm:cxn modelId="{B7DF1F03-6C4B-46D9-9172-58517F578403}" type="presOf" srcId="{12F4E033-68DF-4765-93CD-487F0C43453D}" destId="{19A0E0A2-A384-49D9-9231-D95A9F1B46EE}" srcOrd="0" destOrd="0" presId="urn:microsoft.com/office/officeart/2005/8/layout/pyramid1"/>
    <dgm:cxn modelId="{37333C2C-562E-4CCB-8983-45CFA116A4B9}" srcId="{D3C713EE-7754-4E09-BC85-079BD24973FD}" destId="{C39D853D-07E1-4C91-B8C3-14001F50E148}" srcOrd="3" destOrd="0" parTransId="{A6B8F7BD-68CC-4FC2-87F9-3BE0BE6EA843}" sibTransId="{BB2DFCBC-4211-45EB-A476-F4D644C90830}"/>
    <dgm:cxn modelId="{EA90352F-0B32-45CE-9E10-B594ABCC7E59}" type="presOf" srcId="{C39D853D-07E1-4C91-B8C3-14001F50E148}" destId="{CE8E6E22-340C-423E-8B64-41CDBBB05527}" srcOrd="1" destOrd="0" presId="urn:microsoft.com/office/officeart/2005/8/layout/pyramid1"/>
    <dgm:cxn modelId="{230F143C-2536-455D-BDC2-B863A648FF9F}" type="presOf" srcId="{26F41312-68F4-43D8-87AB-535FEF2DCD2F}" destId="{2FDBFED4-C789-4CF5-AE02-5303631EC718}" srcOrd="0" destOrd="0" presId="urn:microsoft.com/office/officeart/2005/8/layout/pyramid1"/>
    <dgm:cxn modelId="{32088F5E-6D3F-4E59-A696-B28B12ED2F19}" type="presOf" srcId="{12F4E033-68DF-4765-93CD-487F0C43453D}" destId="{24D7B8AD-5103-426E-87D5-5F91429C9A06}" srcOrd="1" destOrd="0" presId="urn:microsoft.com/office/officeart/2005/8/layout/pyramid1"/>
    <dgm:cxn modelId="{F0555561-91BD-4263-89DD-3AFB3571BBE0}" type="presOf" srcId="{37D6ADB2-0430-425E-81F2-B297865AF988}" destId="{8425B34C-11DB-4617-9296-26F3E533BE09}" srcOrd="1" destOrd="0" presId="urn:microsoft.com/office/officeart/2005/8/layout/pyramid1"/>
    <dgm:cxn modelId="{BF3F7544-59FF-428D-B36C-F181281C01D8}" type="presOf" srcId="{37D6ADB2-0430-425E-81F2-B297865AF988}" destId="{8C707B30-B8C3-44D8-AB45-3462772EED90}" srcOrd="0" destOrd="0" presId="urn:microsoft.com/office/officeart/2005/8/layout/pyramid1"/>
    <dgm:cxn modelId="{C282AD6D-DB85-46A1-82DC-953247DE1B97}" type="presOf" srcId="{1B0B09C3-2B07-4EDC-894E-DF95C6A25624}" destId="{52DDC03A-6A0B-4B9B-AE6C-D2E6F6152F2C}" srcOrd="1" destOrd="0" presId="urn:microsoft.com/office/officeart/2005/8/layout/pyramid1"/>
    <dgm:cxn modelId="{F5C9C46E-0475-4908-AA0E-DE3D9D0C222D}" type="presOf" srcId="{26F41312-68F4-43D8-87AB-535FEF2DCD2F}" destId="{D9909EFA-5610-479A-987A-D35F2229676A}" srcOrd="1" destOrd="0" presId="urn:microsoft.com/office/officeart/2005/8/layout/pyramid1"/>
    <dgm:cxn modelId="{F6C3DA6E-B43F-4428-821E-01C4683E1A37}" type="presOf" srcId="{D3C713EE-7754-4E09-BC85-079BD24973FD}" destId="{52F8D176-4898-4BA2-B74A-F06CB73D1129}" srcOrd="0" destOrd="0" presId="urn:microsoft.com/office/officeart/2005/8/layout/pyramid1"/>
    <dgm:cxn modelId="{47727F91-F8C5-4DCA-801E-7EF288F2EA4E}" srcId="{D3C713EE-7754-4E09-BC85-079BD24973FD}" destId="{26F41312-68F4-43D8-87AB-535FEF2DCD2F}" srcOrd="1" destOrd="0" parTransId="{94E0625C-A99B-4C41-9623-83E466DFF8EF}" sibTransId="{F5785631-1E29-4F57-851E-F275392F8EA9}"/>
    <dgm:cxn modelId="{DBC3EC9D-97EA-4B5E-8A89-EF12C0F40C01}" type="presOf" srcId="{C39D853D-07E1-4C91-B8C3-14001F50E148}" destId="{FC41A41C-BB6C-4A40-980A-749F22498E18}" srcOrd="0" destOrd="0" presId="urn:microsoft.com/office/officeart/2005/8/layout/pyramid1"/>
    <dgm:cxn modelId="{0BCEA7B5-6B03-4942-8EA7-19FB65A99BF7}" type="presOf" srcId="{1B0B09C3-2B07-4EDC-894E-DF95C6A25624}" destId="{3A30CBE9-CE87-4660-B047-D2504E14E6FB}" srcOrd="0" destOrd="0" presId="urn:microsoft.com/office/officeart/2005/8/layout/pyramid1"/>
    <dgm:cxn modelId="{EAFB61BF-14D3-4671-B6B2-B0AC9955C29C}" srcId="{D3C713EE-7754-4E09-BC85-079BD24973FD}" destId="{1B0B09C3-2B07-4EDC-894E-DF95C6A25624}" srcOrd="0" destOrd="0" parTransId="{E0DD9238-3DAA-4E37-A39A-6B658B6E2C40}" sibTransId="{1F4EE860-A384-49DF-AC71-902AB3FBCB51}"/>
    <dgm:cxn modelId="{6C2545CE-0DB5-4AD8-BAB3-EE9AC4DE75F2}" srcId="{D3C713EE-7754-4E09-BC85-079BD24973FD}" destId="{12F4E033-68DF-4765-93CD-487F0C43453D}" srcOrd="4" destOrd="0" parTransId="{5460960E-552B-4529-9E28-795699E343E8}" sibTransId="{68D33FDB-37F4-4384-A3AE-64C471E93B85}"/>
    <dgm:cxn modelId="{A44506C6-47B6-4F20-B06D-F284A4D51222}" type="presParOf" srcId="{52F8D176-4898-4BA2-B74A-F06CB73D1129}" destId="{A292E771-8A82-4947-B6F3-F55A0E39434C}" srcOrd="0" destOrd="0" presId="urn:microsoft.com/office/officeart/2005/8/layout/pyramid1"/>
    <dgm:cxn modelId="{3FEA963D-8D9A-4927-8E47-0F31FA170AF6}" type="presParOf" srcId="{A292E771-8A82-4947-B6F3-F55A0E39434C}" destId="{3A30CBE9-CE87-4660-B047-D2504E14E6FB}" srcOrd="0" destOrd="0" presId="urn:microsoft.com/office/officeart/2005/8/layout/pyramid1"/>
    <dgm:cxn modelId="{C4412A96-12FA-4AFF-AF53-458618DE1A3F}" type="presParOf" srcId="{A292E771-8A82-4947-B6F3-F55A0E39434C}" destId="{52DDC03A-6A0B-4B9B-AE6C-D2E6F6152F2C}" srcOrd="1" destOrd="0" presId="urn:microsoft.com/office/officeart/2005/8/layout/pyramid1"/>
    <dgm:cxn modelId="{B0DE61E8-03ED-4E28-81A0-58E81A5AE782}" type="presParOf" srcId="{52F8D176-4898-4BA2-B74A-F06CB73D1129}" destId="{B3B97612-C0F9-475E-85EC-4E67AFF56CD2}" srcOrd="1" destOrd="0" presId="urn:microsoft.com/office/officeart/2005/8/layout/pyramid1"/>
    <dgm:cxn modelId="{557DE8BB-0C33-494A-B94C-D10D733C325C}" type="presParOf" srcId="{B3B97612-C0F9-475E-85EC-4E67AFF56CD2}" destId="{2FDBFED4-C789-4CF5-AE02-5303631EC718}" srcOrd="0" destOrd="0" presId="urn:microsoft.com/office/officeart/2005/8/layout/pyramid1"/>
    <dgm:cxn modelId="{BF9A705F-096B-435C-9958-498D8CD8CF89}" type="presParOf" srcId="{B3B97612-C0F9-475E-85EC-4E67AFF56CD2}" destId="{D9909EFA-5610-479A-987A-D35F2229676A}" srcOrd="1" destOrd="0" presId="urn:microsoft.com/office/officeart/2005/8/layout/pyramid1"/>
    <dgm:cxn modelId="{DD44F887-A68B-4F6D-ACE7-74AB54E1274C}" type="presParOf" srcId="{52F8D176-4898-4BA2-B74A-F06CB73D1129}" destId="{AC5978A6-D03F-4CD5-B78A-2DC6496C9FD8}" srcOrd="2" destOrd="0" presId="urn:microsoft.com/office/officeart/2005/8/layout/pyramid1"/>
    <dgm:cxn modelId="{A28C487F-75E5-4134-AD55-067FF49C8087}" type="presParOf" srcId="{AC5978A6-D03F-4CD5-B78A-2DC6496C9FD8}" destId="{8C707B30-B8C3-44D8-AB45-3462772EED90}" srcOrd="0" destOrd="0" presId="urn:microsoft.com/office/officeart/2005/8/layout/pyramid1"/>
    <dgm:cxn modelId="{06951757-5448-4857-8859-983606334BB4}" type="presParOf" srcId="{AC5978A6-D03F-4CD5-B78A-2DC6496C9FD8}" destId="{8425B34C-11DB-4617-9296-26F3E533BE09}" srcOrd="1" destOrd="0" presId="urn:microsoft.com/office/officeart/2005/8/layout/pyramid1"/>
    <dgm:cxn modelId="{D85B9651-FFCA-4377-8A18-3075D4533DD6}" type="presParOf" srcId="{52F8D176-4898-4BA2-B74A-F06CB73D1129}" destId="{FA91868C-1F1A-415D-8D48-450015C81C54}" srcOrd="3" destOrd="0" presId="urn:microsoft.com/office/officeart/2005/8/layout/pyramid1"/>
    <dgm:cxn modelId="{FD2BB3B8-B40F-44CB-B20F-1306160CAD0B}" type="presParOf" srcId="{FA91868C-1F1A-415D-8D48-450015C81C54}" destId="{FC41A41C-BB6C-4A40-980A-749F22498E18}" srcOrd="0" destOrd="0" presId="urn:microsoft.com/office/officeart/2005/8/layout/pyramid1"/>
    <dgm:cxn modelId="{5D709E5E-FC66-4CD9-8773-40E2B6FE5ACD}" type="presParOf" srcId="{FA91868C-1F1A-415D-8D48-450015C81C54}" destId="{CE8E6E22-340C-423E-8B64-41CDBBB05527}" srcOrd="1" destOrd="0" presId="urn:microsoft.com/office/officeart/2005/8/layout/pyramid1"/>
    <dgm:cxn modelId="{1BAD6FB4-2944-4440-BA59-0DCC5A12FFD0}" type="presParOf" srcId="{52F8D176-4898-4BA2-B74A-F06CB73D1129}" destId="{9CB99825-FB7E-4A3C-B106-02FA3AC62EB0}" srcOrd="4" destOrd="0" presId="urn:microsoft.com/office/officeart/2005/8/layout/pyramid1"/>
    <dgm:cxn modelId="{199065E1-19FF-406C-BD38-7A3A696343A5}" type="presParOf" srcId="{9CB99825-FB7E-4A3C-B106-02FA3AC62EB0}" destId="{19A0E0A2-A384-49D9-9231-D95A9F1B46EE}" srcOrd="0" destOrd="0" presId="urn:microsoft.com/office/officeart/2005/8/layout/pyramid1"/>
    <dgm:cxn modelId="{2BCDE1E4-4D50-45D6-BE00-B3B5F61048EC}" type="presParOf" srcId="{9CB99825-FB7E-4A3C-B106-02FA3AC62EB0}" destId="{24D7B8AD-5103-426E-87D5-5F91429C9A06}" srcOrd="1" destOrd="0" presId="urn:microsoft.com/office/officeart/2005/8/layout/pyramid1"/>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30CBE9-CE87-4660-B047-D2504E14E6FB}">
      <dsp:nvSpPr>
        <dsp:cNvPr id="0" name=""/>
        <dsp:cNvSpPr/>
      </dsp:nvSpPr>
      <dsp:spPr>
        <a:xfrm>
          <a:off x="2967895" y="0"/>
          <a:ext cx="1483947" cy="1196129"/>
        </a:xfrm>
        <a:prstGeom prst="trapezoid">
          <a:avLst>
            <a:gd name="adj" fmla="val 62031"/>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rgbClr val="8CB35F"/>
              </a:solidFill>
              <a:latin typeface="Lato" panose="020F0502020204030203" pitchFamily="34" charset="0"/>
              <a:ea typeface="Lato" panose="020F0502020204030203" pitchFamily="34" charset="0"/>
              <a:cs typeface="Lato" panose="020F0502020204030203" pitchFamily="34" charset="0"/>
            </a:rPr>
            <a:t>1</a:t>
          </a:r>
        </a:p>
      </dsp:txBody>
      <dsp:txXfrm>
        <a:off x="2967895" y="0"/>
        <a:ext cx="1483947" cy="1196129"/>
      </dsp:txXfrm>
    </dsp:sp>
    <dsp:sp modelId="{2FDBFED4-C789-4CF5-AE02-5303631EC718}">
      <dsp:nvSpPr>
        <dsp:cNvPr id="0" name=""/>
        <dsp:cNvSpPr/>
      </dsp:nvSpPr>
      <dsp:spPr>
        <a:xfrm>
          <a:off x="2225921" y="1196129"/>
          <a:ext cx="2967895" cy="1196129"/>
        </a:xfrm>
        <a:prstGeom prst="trapezoid">
          <a:avLst>
            <a:gd name="adj" fmla="val 62031"/>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rgbClr val="8CB35F"/>
              </a:solidFill>
              <a:latin typeface="Lato" panose="020F0502020204030203" pitchFamily="34" charset="0"/>
              <a:ea typeface="Lato" panose="020F0502020204030203" pitchFamily="34" charset="0"/>
              <a:cs typeface="Lato" panose="020F0502020204030203" pitchFamily="34" charset="0"/>
            </a:rPr>
            <a:t>2</a:t>
          </a:r>
        </a:p>
      </dsp:txBody>
      <dsp:txXfrm>
        <a:off x="2745303" y="1196129"/>
        <a:ext cx="1929131" cy="1196129"/>
      </dsp:txXfrm>
    </dsp:sp>
    <dsp:sp modelId="{8C707B30-B8C3-44D8-AB45-3462772EED90}">
      <dsp:nvSpPr>
        <dsp:cNvPr id="0" name=""/>
        <dsp:cNvSpPr/>
      </dsp:nvSpPr>
      <dsp:spPr>
        <a:xfrm>
          <a:off x="1483947" y="2392259"/>
          <a:ext cx="4451842" cy="1196129"/>
        </a:xfrm>
        <a:prstGeom prst="trapezoid">
          <a:avLst>
            <a:gd name="adj" fmla="val 62031"/>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rgbClr val="8CB35F"/>
              </a:solidFill>
              <a:latin typeface="Lato" panose="020F0502020204030203" pitchFamily="34" charset="0"/>
              <a:ea typeface="Lato" panose="020F0502020204030203" pitchFamily="34" charset="0"/>
              <a:cs typeface="Lato" panose="020F0502020204030203" pitchFamily="34" charset="0"/>
            </a:rPr>
            <a:t>3</a:t>
          </a:r>
        </a:p>
      </dsp:txBody>
      <dsp:txXfrm>
        <a:off x="2263020" y="2392259"/>
        <a:ext cx="2893697" cy="1196129"/>
      </dsp:txXfrm>
    </dsp:sp>
    <dsp:sp modelId="{FC41A41C-BB6C-4A40-980A-749F22498E18}">
      <dsp:nvSpPr>
        <dsp:cNvPr id="0" name=""/>
        <dsp:cNvSpPr/>
      </dsp:nvSpPr>
      <dsp:spPr>
        <a:xfrm>
          <a:off x="741973" y="3588388"/>
          <a:ext cx="5935790" cy="1196129"/>
        </a:xfrm>
        <a:prstGeom prst="trapezoid">
          <a:avLst>
            <a:gd name="adj" fmla="val 62031"/>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rgbClr val="8CB35F"/>
              </a:solidFill>
              <a:latin typeface="Lato" panose="020F0502020204030203" pitchFamily="34" charset="0"/>
              <a:ea typeface="Lato" panose="020F0502020204030203" pitchFamily="34" charset="0"/>
              <a:cs typeface="Lato" panose="020F0502020204030203" pitchFamily="34" charset="0"/>
            </a:rPr>
            <a:t>4</a:t>
          </a:r>
        </a:p>
      </dsp:txBody>
      <dsp:txXfrm>
        <a:off x="1780737" y="3588388"/>
        <a:ext cx="3858263" cy="1196129"/>
      </dsp:txXfrm>
    </dsp:sp>
    <dsp:sp modelId="{19A0E0A2-A384-49D9-9231-D95A9F1B46EE}">
      <dsp:nvSpPr>
        <dsp:cNvPr id="0" name=""/>
        <dsp:cNvSpPr/>
      </dsp:nvSpPr>
      <dsp:spPr>
        <a:xfrm>
          <a:off x="0" y="4784518"/>
          <a:ext cx="7419738" cy="1196129"/>
        </a:xfrm>
        <a:prstGeom prst="trapezoid">
          <a:avLst>
            <a:gd name="adj" fmla="val 62031"/>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rgbClr val="8CB35F"/>
              </a:solidFill>
              <a:latin typeface="Lato" panose="020F0502020204030203" pitchFamily="34" charset="0"/>
              <a:ea typeface="Lato" panose="020F0502020204030203" pitchFamily="34" charset="0"/>
              <a:cs typeface="Lato" panose="020F0502020204030203" pitchFamily="34" charset="0"/>
            </a:rPr>
            <a:t>5</a:t>
          </a:r>
        </a:p>
      </dsp:txBody>
      <dsp:txXfrm>
        <a:off x="1298454" y="4784518"/>
        <a:ext cx="4822829" cy="1196129"/>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3.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4.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6.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7.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8.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9.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60.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2.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3.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4.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5.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7.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8.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9.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70.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71.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72.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3.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4.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5.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6.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8.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80.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81.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82.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83.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84.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5.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6.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7.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9.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90.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91.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92.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93.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94.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95.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96.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7.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8.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100.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101.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102.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103.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104.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105.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106.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107.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108.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9.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11.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12.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13.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14.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15.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16.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17.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18.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19.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20.xml"/>
</Relationships>
</file>

<file path=ppt/slideLayouts/_rels/slideLayout121.xml.rels><?xml version="1.0" encoding="UTF-8"?>
<Relationships xmlns="http://schemas.openxmlformats.org/package/2006/relationships"><Relationship Id="rId1" Type="http://schemas.openxmlformats.org/officeDocument/2006/relationships/slideMaster" Target="../slideMasters/slideMaster121.xml"/>
</Relationships>
</file>

<file path=ppt/slideLayouts/_rels/slideLayout122.xml.rels><?xml version="1.0" encoding="UTF-8"?>
<Relationships xmlns="http://schemas.openxmlformats.org/package/2006/relationships"><Relationship Id="rId1" Type="http://schemas.openxmlformats.org/officeDocument/2006/relationships/slideMaster" Target="../slideMasters/slideMaster122.xml"/>
</Relationships>
</file>

<file path=ppt/slideLayouts/_rels/slideLayout123.xml.rels><?xml version="1.0" encoding="UTF-8"?>
<Relationships xmlns="http://schemas.openxmlformats.org/package/2006/relationships"><Relationship Id="rId1" Type="http://schemas.openxmlformats.org/officeDocument/2006/relationships/slideMaster" Target="../slideMasters/slideMaster123.xml"/>
</Relationships>
</file>

<file path=ppt/slideLayouts/_rels/slideLayout124.xml.rels><?xml version="1.0" encoding="UTF-8"?>
<Relationships xmlns="http://schemas.openxmlformats.org/package/2006/relationships"><Relationship Id="rId1" Type="http://schemas.openxmlformats.org/officeDocument/2006/relationships/slideMaster" Target="../slideMasters/slideMaster124.xml"/>
</Relationships>
</file>

<file path=ppt/slideLayouts/_rels/slideLayout125.xml.rels><?xml version="1.0" encoding="UTF-8"?>
<Relationships xmlns="http://schemas.openxmlformats.org/package/2006/relationships"><Relationship Id="rId1" Type="http://schemas.openxmlformats.org/officeDocument/2006/relationships/slideMaster" Target="../slideMasters/slideMaster125.xml"/>
</Relationships>
</file>

<file path=ppt/slideLayouts/_rels/slideLayout126.xml.rels><?xml version="1.0" encoding="UTF-8"?>
<Relationships xmlns="http://schemas.openxmlformats.org/package/2006/relationships"><Relationship Id="rId1" Type="http://schemas.openxmlformats.org/officeDocument/2006/relationships/slideMaster" Target="../slideMasters/slideMaster126.xml"/>
</Relationships>
</file>

<file path=ppt/slideLayouts/_rels/slideLayout127.xml.rels><?xml version="1.0" encoding="UTF-8"?>
<Relationships xmlns="http://schemas.openxmlformats.org/package/2006/relationships"><Relationship Id="rId1" Type="http://schemas.openxmlformats.org/officeDocument/2006/relationships/slideMaster" Target="../slideMasters/slideMaster127.xml"/>
</Relationships>
</file>

<file path=ppt/slideLayouts/_rels/slideLayout128.xml.rels><?xml version="1.0" encoding="UTF-8"?>
<Relationships xmlns="http://schemas.openxmlformats.org/package/2006/relationships"><Relationship Id="rId1" Type="http://schemas.openxmlformats.org/officeDocument/2006/relationships/slideMaster" Target="../slideMasters/slideMaster128.xml"/>
</Relationships>
</file>

<file path=ppt/slideLayouts/_rels/slideLayout129.xml.rels><?xml version="1.0" encoding="UTF-8"?>
<Relationships xmlns="http://schemas.openxmlformats.org/package/2006/relationships"><Relationship Id="rId1" Type="http://schemas.openxmlformats.org/officeDocument/2006/relationships/slideMaster" Target="../slideMasters/slideMaster129.xml"/>
</Relationships>
</file>

<file path=ppt/slideLayouts/_rels/slideLayout130.xml.rels><?xml version="1.0" encoding="UTF-8"?>
<Relationships xmlns="http://schemas.openxmlformats.org/package/2006/relationships"><Relationship Id="rId1" Type="http://schemas.openxmlformats.org/officeDocument/2006/relationships/slideMaster" Target="../slideMasters/slideMaster130.xml"/>
</Relationships>
</file>

<file path=ppt/slideLayouts/_rels/slideLayout131.xml.rels><?xml version="1.0" encoding="UTF-8"?>
<Relationships xmlns="http://schemas.openxmlformats.org/package/2006/relationships"><Relationship Id="rId1" Type="http://schemas.openxmlformats.org/officeDocument/2006/relationships/slideMaster" Target="../slideMasters/slideMaster131.xml"/>
</Relationships>
</file>

<file path=ppt/slideLayouts/_rels/slideLayout132.xml.rels><?xml version="1.0" encoding="UTF-8"?>
<Relationships xmlns="http://schemas.openxmlformats.org/package/2006/relationships"><Relationship Id="rId1" Type="http://schemas.openxmlformats.org/officeDocument/2006/relationships/slideMaster" Target="../slideMasters/slideMaster132.xml"/>
</Relationships>
</file>

<file path=ppt/slideLayouts/_rels/slideLayout133.xml.rels><?xml version="1.0" encoding="UTF-8"?>
<Relationships xmlns="http://schemas.openxmlformats.org/package/2006/relationships"><Relationship Id="rId1" Type="http://schemas.openxmlformats.org/officeDocument/2006/relationships/slideMaster" Target="../slideMasters/slideMaster133.xml"/>
</Relationships>
</file>

<file path=ppt/slideLayouts/_rels/slideLayout134.xml.rels><?xml version="1.0" encoding="UTF-8"?>
<Relationships xmlns="http://schemas.openxmlformats.org/package/2006/relationships"><Relationship Id="rId1" Type="http://schemas.openxmlformats.org/officeDocument/2006/relationships/slideMaster" Target="../slideMasters/slideMaster134.xml"/>
</Relationships>
</file>

<file path=ppt/slideLayouts/_rels/slideLayout135.xml.rels><?xml version="1.0" encoding="UTF-8"?>
<Relationships xmlns="http://schemas.openxmlformats.org/package/2006/relationships"><Relationship Id="rId1" Type="http://schemas.openxmlformats.org/officeDocument/2006/relationships/slideMaster" Target="../slideMasters/slideMaster135.xml"/>
</Relationships>
</file>

<file path=ppt/slideLayouts/_rels/slideLayout136.xml.rels><?xml version="1.0" encoding="UTF-8"?>
<Relationships xmlns="http://schemas.openxmlformats.org/package/2006/relationships"><Relationship Id="rId1" Type="http://schemas.openxmlformats.org/officeDocument/2006/relationships/slideMaster" Target="../slideMasters/slideMaster136.xml"/>
</Relationships>
</file>

<file path=ppt/slideLayouts/_rels/slideLayout137.xml.rels><?xml version="1.0" encoding="UTF-8"?>
<Relationships xmlns="http://schemas.openxmlformats.org/package/2006/relationships"><Relationship Id="rId1" Type="http://schemas.openxmlformats.org/officeDocument/2006/relationships/slideMaster" Target="../slideMasters/slideMaster137.xml"/>
</Relationships>
</file>

<file path=ppt/slideLayouts/_rels/slideLayout138.xml.rels><?xml version="1.0" encoding="UTF-8"?>
<Relationships xmlns="http://schemas.openxmlformats.org/package/2006/relationships"><Relationship Id="rId1" Type="http://schemas.openxmlformats.org/officeDocument/2006/relationships/slideMaster" Target="../slideMasters/slideMaster138.xml"/>
</Relationships>
</file>

<file path=ppt/slideLayouts/_rels/slideLayout139.xml.rels><?xml version="1.0" encoding="UTF-8"?>
<Relationships xmlns="http://schemas.openxmlformats.org/package/2006/relationships"><Relationship Id="rId1" Type="http://schemas.openxmlformats.org/officeDocument/2006/relationships/slideMaster" Target="../slideMasters/slideMaster139.xml"/>
</Relationships>
</file>

<file path=ppt/slideLayouts/_rels/slideLayout140.xml.rels><?xml version="1.0" encoding="UTF-8"?>
<Relationships xmlns="http://schemas.openxmlformats.org/package/2006/relationships"><Relationship Id="rId1" Type="http://schemas.openxmlformats.org/officeDocument/2006/relationships/slideMaster" Target="../slideMasters/slideMaster140.xml"/>
</Relationships>
</file>

<file path=ppt/slideLayouts/_rels/slideLayout141.xml.rels><?xml version="1.0" encoding="UTF-8"?>
<Relationships xmlns="http://schemas.openxmlformats.org/package/2006/relationships"><Relationship Id="rId1" Type="http://schemas.openxmlformats.org/officeDocument/2006/relationships/slideMaster" Target="../slideMasters/slideMaster141.xml"/>
</Relationships>
</file>

<file path=ppt/slideLayouts/_rels/slideLayout142.xml.rels><?xml version="1.0" encoding="UTF-8"?>
<Relationships xmlns="http://schemas.openxmlformats.org/package/2006/relationships"><Relationship Id="rId1" Type="http://schemas.openxmlformats.org/officeDocument/2006/relationships/slideMaster" Target="../slideMasters/slideMaster142.xml"/>
</Relationships>
</file>

<file path=ppt/slideLayouts/_rels/slideLayout143.xml.rels><?xml version="1.0" encoding="UTF-8"?>
<Relationships xmlns="http://schemas.openxmlformats.org/package/2006/relationships"><Relationship Id="rId1" Type="http://schemas.openxmlformats.org/officeDocument/2006/relationships/slideMaster" Target="../slideMasters/slideMaster143.xml"/>
</Relationships>
</file>

<file path=ppt/slideLayouts/_rels/slideLayout144.xml.rels><?xml version="1.0" encoding="UTF-8"?>
<Relationships xmlns="http://schemas.openxmlformats.org/package/2006/relationships"><Relationship Id="rId1" Type="http://schemas.openxmlformats.org/officeDocument/2006/relationships/slideMaster" Target="../slideMasters/slideMaster14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1"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6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0"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7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8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4"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6"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7"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9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9"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0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3"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0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8"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9"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1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1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7"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9"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2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5"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6"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7"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2">
    <p:spTree>
      <p:nvGrpSpPr>
        <p:cNvPr id="1" name=""/>
        <p:cNvGrpSpPr/>
        <p:nvPr/>
      </p:nvGrpSpPr>
      <p:grpSpPr>
        <a:xfrm>
          <a:off x="0" y="0"/>
          <a:ext cx="0" cy="0"/>
          <a:chOff x="0" y="0"/>
          <a:chExt cx="0" cy="0"/>
        </a:xfrm>
      </p:grpSpPr>
      <p:sp>
        <p:nvSpPr>
          <p:cNvPr id="13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3"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4"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5"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3">
    <p:spTree>
      <p:nvGrpSpPr>
        <p:cNvPr id="1" name=""/>
        <p:cNvGrpSpPr/>
        <p:nvPr/>
      </p:nvGrpSpPr>
      <p:grpSpPr>
        <a:xfrm>
          <a:off x="0" y="0"/>
          <a:ext cx="0" cy="0"/>
          <a:chOff x="0" y="0"/>
          <a:chExt cx="0" cy="0"/>
        </a:xfrm>
      </p:grpSpPr>
      <p:sp>
        <p:nvSpPr>
          <p:cNvPr id="13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0"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1"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4">
    <p:spTree>
      <p:nvGrpSpPr>
        <p:cNvPr id="1" name=""/>
        <p:cNvGrpSpPr/>
        <p:nvPr/>
      </p:nvGrpSpPr>
      <p:grpSpPr>
        <a:xfrm>
          <a:off x="0" y="0"/>
          <a:ext cx="0" cy="0"/>
          <a:chOff x="0" y="0"/>
          <a:chExt cx="0" cy="0"/>
        </a:xfrm>
      </p:grpSpPr>
      <p:sp>
        <p:nvSpPr>
          <p:cNvPr id="14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8"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9"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0"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1"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7">
    <p:spTree>
      <p:nvGrpSpPr>
        <p:cNvPr id="1" name=""/>
        <p:cNvGrpSpPr/>
        <p:nvPr/>
      </p:nvGrpSpPr>
      <p:grpSpPr>
        <a:xfrm>
          <a:off x="0" y="0"/>
          <a:ext cx="0" cy="0"/>
          <a:chOff x="0" y="0"/>
          <a:chExt cx="0" cy="0"/>
        </a:xfrm>
      </p:grpSpPr>
      <p:sp>
        <p:nvSpPr>
          <p:cNvPr id="16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3"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8">
    <p:spTree>
      <p:nvGrpSpPr>
        <p:cNvPr id="1" name=""/>
        <p:cNvGrpSpPr/>
        <p:nvPr/>
      </p:nvGrpSpPr>
      <p:grpSpPr>
        <a:xfrm>
          <a:off x="0" y="0"/>
          <a:ext cx="0" cy="0"/>
          <a:chOff x="0" y="0"/>
          <a:chExt cx="0" cy="0"/>
        </a:xfrm>
      </p:grpSpPr>
      <p:sp>
        <p:nvSpPr>
          <p:cNvPr id="16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7"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9">
    <p:spTree>
      <p:nvGrpSpPr>
        <p:cNvPr id="1" name=""/>
        <p:cNvGrpSpPr/>
        <p:nvPr/>
      </p:nvGrpSpPr>
      <p:grpSpPr>
        <a:xfrm>
          <a:off x="0" y="0"/>
          <a:ext cx="0" cy="0"/>
          <a:chOff x="0" y="0"/>
          <a:chExt cx="0" cy="0"/>
        </a:xfrm>
      </p:grpSpPr>
      <p:sp>
        <p:nvSpPr>
          <p:cNvPr id="17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2"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3"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0">
    <p:spTree>
      <p:nvGrpSpPr>
        <p:cNvPr id="1" name=""/>
        <p:cNvGrpSpPr/>
        <p:nvPr/>
      </p:nvGrpSpPr>
      <p:grpSpPr>
        <a:xfrm>
          <a:off x="0" y="0"/>
          <a:ext cx="0" cy="0"/>
          <a:chOff x="0" y="0"/>
          <a:chExt cx="0" cy="0"/>
        </a:xfrm>
      </p:grpSpPr>
      <p:sp>
        <p:nvSpPr>
          <p:cNvPr id="17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21">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2">
    <p:spTree>
      <p:nvGrpSpPr>
        <p:cNvPr id="1" name=""/>
        <p:cNvGrpSpPr/>
        <p:nvPr/>
      </p:nvGrpSpPr>
      <p:grpSpPr>
        <a:xfrm>
          <a:off x="0" y="0"/>
          <a:ext cx="0" cy="0"/>
          <a:chOff x="0" y="0"/>
          <a:chExt cx="0" cy="0"/>
        </a:xfrm>
      </p:grpSpPr>
      <p:sp>
        <p:nvSpPr>
          <p:cNvPr id="18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1"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2"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3"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3">
    <p:spTree>
      <p:nvGrpSpPr>
        <p:cNvPr id="1" name=""/>
        <p:cNvGrpSpPr/>
        <p:nvPr/>
      </p:nvGrpSpPr>
      <p:grpSpPr>
        <a:xfrm>
          <a:off x="0" y="0"/>
          <a:ext cx="0" cy="0"/>
          <a:chOff x="0" y="0"/>
          <a:chExt cx="0" cy="0"/>
        </a:xfrm>
      </p:grpSpPr>
      <p:sp>
        <p:nvSpPr>
          <p:cNvPr id="18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9"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0"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1"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4">
    <p:spTree>
      <p:nvGrpSpPr>
        <p:cNvPr id="1" name=""/>
        <p:cNvGrpSpPr/>
        <p:nvPr/>
      </p:nvGrpSpPr>
      <p:grpSpPr>
        <a:xfrm>
          <a:off x="0" y="0"/>
          <a:ext cx="0" cy="0"/>
          <a:chOff x="0" y="0"/>
          <a:chExt cx="0" cy="0"/>
        </a:xfrm>
      </p:grpSpPr>
      <p:sp>
        <p:nvSpPr>
          <p:cNvPr id="19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7"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8"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9"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5">
    <p:spTree>
      <p:nvGrpSpPr>
        <p:cNvPr id="1" name=""/>
        <p:cNvGrpSpPr/>
        <p:nvPr/>
      </p:nvGrpSpPr>
      <p:grpSpPr>
        <a:xfrm>
          <a:off x="0" y="0"/>
          <a:ext cx="0" cy="0"/>
          <a:chOff x="0" y="0"/>
          <a:chExt cx="0" cy="0"/>
        </a:xfrm>
      </p:grpSpPr>
      <p:sp>
        <p:nvSpPr>
          <p:cNvPr id="20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4"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5"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6">
    <p:spTree>
      <p:nvGrpSpPr>
        <p:cNvPr id="1" name=""/>
        <p:cNvGrpSpPr/>
        <p:nvPr/>
      </p:nvGrpSpPr>
      <p:grpSpPr>
        <a:xfrm>
          <a:off x="0" y="0"/>
          <a:ext cx="0" cy="0"/>
          <a:chOff x="0" y="0"/>
          <a:chExt cx="0" cy="0"/>
        </a:xfrm>
      </p:grpSpPr>
      <p:sp>
        <p:nvSpPr>
          <p:cNvPr id="21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2"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3"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4"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5"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7">
    <p:spTree>
      <p:nvGrpSpPr>
        <p:cNvPr id="1" name=""/>
        <p:cNvGrpSpPr/>
        <p:nvPr/>
      </p:nvGrpSpPr>
      <p:grpSpPr>
        <a:xfrm>
          <a:off x="0" y="0"/>
          <a:ext cx="0" cy="0"/>
          <a:chOff x="0" y="0"/>
          <a:chExt cx="0" cy="0"/>
        </a:xfrm>
      </p:grpSpPr>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spTree>
      <p:nvGrpSpPr>
        <p:cNvPr id="1" name=""/>
        <p:cNvGrpSpPr/>
        <p:nvPr/>
      </p:nvGrpSpPr>
      <p:grpSpPr>
        <a:xfrm>
          <a:off x="0" y="0"/>
          <a:ext cx="0" cy="0"/>
          <a:chOff x="0" y="0"/>
          <a:chExt cx="0" cy="0"/>
        </a:xfrm>
      </p:grpSpPr>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9">
    <p:spTree>
      <p:nvGrpSpPr>
        <p:cNvPr id="1" name=""/>
        <p:cNvGrpSpPr/>
        <p:nvPr/>
      </p:nvGrpSpPr>
      <p:grpSpPr>
        <a:xfrm>
          <a:off x="0" y="0"/>
          <a:ext cx="0" cy="0"/>
          <a:chOff x="0" y="0"/>
          <a:chExt cx="0" cy="0"/>
        </a:xfrm>
      </p:grpSpPr>
      <p:sp>
        <p:nvSpPr>
          <p:cNvPr id="22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5"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0">
    <p:spTree>
      <p:nvGrpSpPr>
        <p:cNvPr id="1" name=""/>
        <p:cNvGrpSpPr/>
        <p:nvPr/>
      </p:nvGrpSpPr>
      <p:grpSpPr>
        <a:xfrm>
          <a:off x="0" y="0"/>
          <a:ext cx="0" cy="0"/>
          <a:chOff x="0" y="0"/>
          <a:chExt cx="0" cy="0"/>
        </a:xfrm>
      </p:grpSpPr>
      <p:sp>
        <p:nvSpPr>
          <p:cNvPr id="22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9"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1">
    <p:spTree>
      <p:nvGrpSpPr>
        <p:cNvPr id="1" name=""/>
        <p:cNvGrpSpPr/>
        <p:nvPr/>
      </p:nvGrpSpPr>
      <p:grpSpPr>
        <a:xfrm>
          <a:off x="0" y="0"/>
          <a:ext cx="0" cy="0"/>
          <a:chOff x="0" y="0"/>
          <a:chExt cx="0" cy="0"/>
        </a:xfrm>
      </p:grpSpPr>
      <p:sp>
        <p:nvSpPr>
          <p:cNvPr id="23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4"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5"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2">
    <p:spTree>
      <p:nvGrpSpPr>
        <p:cNvPr id="1" name=""/>
        <p:cNvGrpSpPr/>
        <p:nvPr/>
      </p:nvGrpSpPr>
      <p:grpSpPr>
        <a:xfrm>
          <a:off x="0" y="0"/>
          <a:ext cx="0" cy="0"/>
          <a:chOff x="0" y="0"/>
          <a:chExt cx="0" cy="0"/>
        </a:xfrm>
      </p:grpSpPr>
      <p:sp>
        <p:nvSpPr>
          <p:cNvPr id="23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33">
    <p:spTree>
      <p:nvGrpSpPr>
        <p:cNvPr id="1" name=""/>
        <p:cNvGrpSpPr/>
        <p:nvPr/>
      </p:nvGrpSpPr>
      <p:grpSpPr>
        <a:xfrm>
          <a:off x="0" y="0"/>
          <a:ext cx="0" cy="0"/>
          <a:chOff x="0" y="0"/>
          <a:chExt cx="0" cy="0"/>
        </a:xfrm>
      </p:grpSpPr>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34">
    <p:spTree>
      <p:nvGrpSpPr>
        <p:cNvPr id="1" name=""/>
        <p:cNvGrpSpPr/>
        <p:nvPr/>
      </p:nvGrpSpPr>
      <p:grpSpPr>
        <a:xfrm>
          <a:off x="0" y="0"/>
          <a:ext cx="0" cy="0"/>
          <a:chOff x="0" y="0"/>
          <a:chExt cx="0" cy="0"/>
        </a:xfrm>
      </p:grpSpPr>
      <p:sp>
        <p:nvSpPr>
          <p:cNvPr id="24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3"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4"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5"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35">
    <p:spTree>
      <p:nvGrpSpPr>
        <p:cNvPr id="1" name=""/>
        <p:cNvGrpSpPr/>
        <p:nvPr/>
      </p:nvGrpSpPr>
      <p:grpSpPr>
        <a:xfrm>
          <a:off x="0" y="0"/>
          <a:ext cx="0" cy="0"/>
          <a:chOff x="0" y="0"/>
          <a:chExt cx="0" cy="0"/>
        </a:xfrm>
      </p:grpSpPr>
      <p:sp>
        <p:nvSpPr>
          <p:cNvPr id="25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1"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2"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3"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36">
    <p:spTree>
      <p:nvGrpSpPr>
        <p:cNvPr id="1" name=""/>
        <p:cNvGrpSpPr/>
        <p:nvPr/>
      </p:nvGrpSpPr>
      <p:grpSpPr>
        <a:xfrm>
          <a:off x="0" y="0"/>
          <a:ext cx="0" cy="0"/>
          <a:chOff x="0" y="0"/>
          <a:chExt cx="0" cy="0"/>
        </a:xfrm>
      </p:grpSpPr>
      <p:sp>
        <p:nvSpPr>
          <p:cNvPr id="25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9"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0"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1"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37">
    <p:spTree>
      <p:nvGrpSpPr>
        <p:cNvPr id="1" name=""/>
        <p:cNvGrpSpPr/>
        <p:nvPr/>
      </p:nvGrpSpPr>
      <p:grpSpPr>
        <a:xfrm>
          <a:off x="0" y="0"/>
          <a:ext cx="0" cy="0"/>
          <a:chOff x="0" y="0"/>
          <a:chExt cx="0" cy="0"/>
        </a:xfrm>
      </p:grpSpPr>
      <p:sp>
        <p:nvSpPr>
          <p:cNvPr id="26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6"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7"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8">
    <p:spTree>
      <p:nvGrpSpPr>
        <p:cNvPr id="1" name=""/>
        <p:cNvGrpSpPr/>
        <p:nvPr/>
      </p:nvGrpSpPr>
      <p:grpSpPr>
        <a:xfrm>
          <a:off x="0" y="0"/>
          <a:ext cx="0" cy="0"/>
          <a:chOff x="0" y="0"/>
          <a:chExt cx="0" cy="0"/>
        </a:xfrm>
      </p:grpSpPr>
      <p:sp>
        <p:nvSpPr>
          <p:cNvPr id="27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4"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5"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6"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7"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9">
    <p:spTree>
      <p:nvGrpSpPr>
        <p:cNvPr id="1" name=""/>
        <p:cNvGrpSpPr/>
        <p:nvPr/>
      </p:nvGrpSpPr>
      <p:grpSpPr>
        <a:xfrm>
          <a:off x="0" y="0"/>
          <a:ext cx="0" cy="0"/>
          <a:chOff x="0" y="0"/>
          <a:chExt cx="0" cy="0"/>
        </a:xfrm>
      </p:grpSpPr>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0">
    <p:spTree>
      <p:nvGrpSpPr>
        <p:cNvPr id="1" name=""/>
        <p:cNvGrpSpPr/>
        <p:nvPr/>
      </p:nvGrpSpPr>
      <p:grpSpPr>
        <a:xfrm>
          <a:off x="0" y="0"/>
          <a:ext cx="0" cy="0"/>
          <a:chOff x="0" y="0"/>
          <a:chExt cx="0" cy="0"/>
        </a:xfrm>
      </p:grpSpPr>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1">
    <p:spTree>
      <p:nvGrpSpPr>
        <p:cNvPr id="1" name=""/>
        <p:cNvGrpSpPr/>
        <p:nvPr/>
      </p:nvGrpSpPr>
      <p:grpSpPr>
        <a:xfrm>
          <a:off x="0" y="0"/>
          <a:ext cx="0" cy="0"/>
          <a:chOff x="0" y="0"/>
          <a:chExt cx="0" cy="0"/>
        </a:xfrm>
      </p:grpSpPr>
      <p:sp>
        <p:nvSpPr>
          <p:cNvPr id="28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7"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2">
    <p:spTree>
      <p:nvGrpSpPr>
        <p:cNvPr id="1" name=""/>
        <p:cNvGrpSpPr/>
        <p:nvPr/>
      </p:nvGrpSpPr>
      <p:grpSpPr>
        <a:xfrm>
          <a:off x="0" y="0"/>
          <a:ext cx="0" cy="0"/>
          <a:chOff x="0" y="0"/>
          <a:chExt cx="0" cy="0"/>
        </a:xfrm>
      </p:grpSpPr>
      <p:sp>
        <p:nvSpPr>
          <p:cNvPr id="29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1"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43">
    <p:spTree>
      <p:nvGrpSpPr>
        <p:cNvPr id="1" name=""/>
        <p:cNvGrpSpPr/>
        <p:nvPr/>
      </p:nvGrpSpPr>
      <p:grpSpPr>
        <a:xfrm>
          <a:off x="0" y="0"/>
          <a:ext cx="0" cy="0"/>
          <a:chOff x="0" y="0"/>
          <a:chExt cx="0" cy="0"/>
        </a:xfrm>
      </p:grpSpPr>
      <p:sp>
        <p:nvSpPr>
          <p:cNvPr id="29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6"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7"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4">
    <p:spTree>
      <p:nvGrpSpPr>
        <p:cNvPr id="1" name=""/>
        <p:cNvGrpSpPr/>
        <p:nvPr/>
      </p:nvGrpSpPr>
      <p:grpSpPr>
        <a:xfrm>
          <a:off x="0" y="0"/>
          <a:ext cx="0" cy="0"/>
          <a:chOff x="0" y="0"/>
          <a:chExt cx="0" cy="0"/>
        </a:xfrm>
      </p:grpSpPr>
      <p:sp>
        <p:nvSpPr>
          <p:cNvPr id="29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45">
    <p:spTree>
      <p:nvGrpSpPr>
        <p:cNvPr id="1" name=""/>
        <p:cNvGrpSpPr/>
        <p:nvPr/>
      </p:nvGrpSpPr>
      <p:grpSpPr>
        <a:xfrm>
          <a:off x="0" y="0"/>
          <a:ext cx="0" cy="0"/>
          <a:chOff x="0" y="0"/>
          <a:chExt cx="0" cy="0"/>
        </a:xfrm>
      </p:grpSpPr>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46">
    <p:spTree>
      <p:nvGrpSpPr>
        <p:cNvPr id="1" name=""/>
        <p:cNvGrpSpPr/>
        <p:nvPr/>
      </p:nvGrpSpPr>
      <p:grpSpPr>
        <a:xfrm>
          <a:off x="0" y="0"/>
          <a:ext cx="0" cy="0"/>
          <a:chOff x="0" y="0"/>
          <a:chExt cx="0" cy="0"/>
        </a:xfrm>
      </p:grpSpPr>
      <p:sp>
        <p:nvSpPr>
          <p:cNvPr id="30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5"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6"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7"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47">
    <p:spTree>
      <p:nvGrpSpPr>
        <p:cNvPr id="1" name=""/>
        <p:cNvGrpSpPr/>
        <p:nvPr/>
      </p:nvGrpSpPr>
      <p:grpSpPr>
        <a:xfrm>
          <a:off x="0" y="0"/>
          <a:ext cx="0" cy="0"/>
          <a:chOff x="0" y="0"/>
          <a:chExt cx="0" cy="0"/>
        </a:xfrm>
      </p:grpSpPr>
      <p:sp>
        <p:nvSpPr>
          <p:cNvPr id="31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3"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4"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5"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48">
    <p:spTree>
      <p:nvGrpSpPr>
        <p:cNvPr id="1" name=""/>
        <p:cNvGrpSpPr/>
        <p:nvPr/>
      </p:nvGrpSpPr>
      <p:grpSpPr>
        <a:xfrm>
          <a:off x="0" y="0"/>
          <a:ext cx="0" cy="0"/>
          <a:chOff x="0" y="0"/>
          <a:chExt cx="0" cy="0"/>
        </a:xfrm>
      </p:grpSpPr>
      <p:sp>
        <p:nvSpPr>
          <p:cNvPr id="32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1"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2"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3"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49">
    <p:spTree>
      <p:nvGrpSpPr>
        <p:cNvPr id="1" name=""/>
        <p:cNvGrpSpPr/>
        <p:nvPr/>
      </p:nvGrpSpPr>
      <p:grpSpPr>
        <a:xfrm>
          <a:off x="0" y="0"/>
          <a:ext cx="0" cy="0"/>
          <a:chOff x="0" y="0"/>
          <a:chExt cx="0" cy="0"/>
        </a:xfrm>
      </p:grpSpPr>
      <p:sp>
        <p:nvSpPr>
          <p:cNvPr id="32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8"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9"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50">
    <p:spTree>
      <p:nvGrpSpPr>
        <p:cNvPr id="1" name=""/>
        <p:cNvGrpSpPr/>
        <p:nvPr/>
      </p:nvGrpSpPr>
      <p:grpSpPr>
        <a:xfrm>
          <a:off x="0" y="0"/>
          <a:ext cx="0" cy="0"/>
          <a:chOff x="0" y="0"/>
          <a:chExt cx="0" cy="0"/>
        </a:xfrm>
      </p:grpSpPr>
      <p:sp>
        <p:nvSpPr>
          <p:cNvPr id="33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6"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7"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8"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9"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1">
    <p:spTree>
      <p:nvGrpSpPr>
        <p:cNvPr id="1" name=""/>
        <p:cNvGrpSpPr/>
        <p:nvPr/>
      </p:nvGrpSpPr>
      <p:grpSpPr>
        <a:xfrm>
          <a:off x="0" y="0"/>
          <a:ext cx="0" cy="0"/>
          <a:chOff x="0" y="0"/>
          <a:chExt cx="0" cy="0"/>
        </a:xfrm>
      </p:grpSpPr>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2">
    <p:spTree>
      <p:nvGrpSpPr>
        <p:cNvPr id="1" name=""/>
        <p:cNvGrpSpPr/>
        <p:nvPr/>
      </p:nvGrpSpPr>
      <p:grpSpPr>
        <a:xfrm>
          <a:off x="0" y="0"/>
          <a:ext cx="0" cy="0"/>
          <a:chOff x="0" y="0"/>
          <a:chExt cx="0" cy="0"/>
        </a:xfrm>
      </p:grpSpPr>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3">
    <p:spTree>
      <p:nvGrpSpPr>
        <p:cNvPr id="1" name=""/>
        <p:cNvGrpSpPr/>
        <p:nvPr/>
      </p:nvGrpSpPr>
      <p:grpSpPr>
        <a:xfrm>
          <a:off x="0" y="0"/>
          <a:ext cx="0" cy="0"/>
          <a:chOff x="0" y="0"/>
          <a:chExt cx="0" cy="0"/>
        </a:xfrm>
      </p:grpSpPr>
      <p:sp>
        <p:nvSpPr>
          <p:cNvPr id="34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9"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54">
    <p:spTree>
      <p:nvGrpSpPr>
        <p:cNvPr id="1" name=""/>
        <p:cNvGrpSpPr/>
        <p:nvPr/>
      </p:nvGrpSpPr>
      <p:grpSpPr>
        <a:xfrm>
          <a:off x="0" y="0"/>
          <a:ext cx="0" cy="0"/>
          <a:chOff x="0" y="0"/>
          <a:chExt cx="0" cy="0"/>
        </a:xfrm>
      </p:grpSpPr>
      <p:sp>
        <p:nvSpPr>
          <p:cNvPr id="35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3"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55">
    <p:spTree>
      <p:nvGrpSpPr>
        <p:cNvPr id="1" name=""/>
        <p:cNvGrpSpPr/>
        <p:nvPr/>
      </p:nvGrpSpPr>
      <p:grpSpPr>
        <a:xfrm>
          <a:off x="0" y="0"/>
          <a:ext cx="0" cy="0"/>
          <a:chOff x="0" y="0"/>
          <a:chExt cx="0" cy="0"/>
        </a:xfrm>
      </p:grpSpPr>
      <p:sp>
        <p:nvSpPr>
          <p:cNvPr id="35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8"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9"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6">
    <p:spTree>
      <p:nvGrpSpPr>
        <p:cNvPr id="1" name=""/>
        <p:cNvGrpSpPr/>
        <p:nvPr/>
      </p:nvGrpSpPr>
      <p:grpSpPr>
        <a:xfrm>
          <a:off x="0" y="0"/>
          <a:ext cx="0" cy="0"/>
          <a:chOff x="0" y="0"/>
          <a:chExt cx="0" cy="0"/>
        </a:xfrm>
      </p:grpSpPr>
      <p:sp>
        <p:nvSpPr>
          <p:cNvPr id="36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57">
    <p:spTree>
      <p:nvGrpSpPr>
        <p:cNvPr id="1" name=""/>
        <p:cNvGrpSpPr/>
        <p:nvPr/>
      </p:nvGrpSpPr>
      <p:grpSpPr>
        <a:xfrm>
          <a:off x="0" y="0"/>
          <a:ext cx="0" cy="0"/>
          <a:chOff x="0" y="0"/>
          <a:chExt cx="0" cy="0"/>
        </a:xfrm>
      </p:grpSpPr>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58">
    <p:spTree>
      <p:nvGrpSpPr>
        <p:cNvPr id="1" name=""/>
        <p:cNvGrpSpPr/>
        <p:nvPr/>
      </p:nvGrpSpPr>
      <p:grpSpPr>
        <a:xfrm>
          <a:off x="0" y="0"/>
          <a:ext cx="0" cy="0"/>
          <a:chOff x="0" y="0"/>
          <a:chExt cx="0" cy="0"/>
        </a:xfrm>
      </p:grpSpPr>
      <p:sp>
        <p:nvSpPr>
          <p:cNvPr id="36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7"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8"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9"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59">
    <p:spTree>
      <p:nvGrpSpPr>
        <p:cNvPr id="1" name=""/>
        <p:cNvGrpSpPr/>
        <p:nvPr/>
      </p:nvGrpSpPr>
      <p:grpSpPr>
        <a:xfrm>
          <a:off x="0" y="0"/>
          <a:ext cx="0" cy="0"/>
          <a:chOff x="0" y="0"/>
          <a:chExt cx="0" cy="0"/>
        </a:xfrm>
      </p:grpSpPr>
      <p:sp>
        <p:nvSpPr>
          <p:cNvPr id="37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5"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6"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7"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60">
    <p:spTree>
      <p:nvGrpSpPr>
        <p:cNvPr id="1" name=""/>
        <p:cNvGrpSpPr/>
        <p:nvPr/>
      </p:nvGrpSpPr>
      <p:grpSpPr>
        <a:xfrm>
          <a:off x="0" y="0"/>
          <a:ext cx="0" cy="0"/>
          <a:chOff x="0" y="0"/>
          <a:chExt cx="0" cy="0"/>
        </a:xfrm>
      </p:grpSpPr>
      <p:sp>
        <p:nvSpPr>
          <p:cNvPr id="38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3"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4"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5"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61">
    <p:spTree>
      <p:nvGrpSpPr>
        <p:cNvPr id="1" name=""/>
        <p:cNvGrpSpPr/>
        <p:nvPr/>
      </p:nvGrpSpPr>
      <p:grpSpPr>
        <a:xfrm>
          <a:off x="0" y="0"/>
          <a:ext cx="0" cy="0"/>
          <a:chOff x="0" y="0"/>
          <a:chExt cx="0" cy="0"/>
        </a:xfrm>
      </p:grpSpPr>
      <p:sp>
        <p:nvSpPr>
          <p:cNvPr id="38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0"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1"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62">
    <p:spTree>
      <p:nvGrpSpPr>
        <p:cNvPr id="1" name=""/>
        <p:cNvGrpSpPr/>
        <p:nvPr/>
      </p:nvGrpSpPr>
      <p:grpSpPr>
        <a:xfrm>
          <a:off x="0" y="0"/>
          <a:ext cx="0" cy="0"/>
          <a:chOff x="0" y="0"/>
          <a:chExt cx="0" cy="0"/>
        </a:xfrm>
      </p:grpSpPr>
      <p:sp>
        <p:nvSpPr>
          <p:cNvPr id="39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8"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9"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0"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1"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3">
    <p:spTree>
      <p:nvGrpSpPr>
        <p:cNvPr id="1" name=""/>
        <p:cNvGrpSpPr/>
        <p:nvPr/>
      </p:nvGrpSpPr>
      <p:grpSpPr>
        <a:xfrm>
          <a:off x="0" y="0"/>
          <a:ext cx="0" cy="0"/>
          <a:chOff x="0" y="0"/>
          <a:chExt cx="0" cy="0"/>
        </a:xfrm>
      </p:grpSpPr>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4">
    <p:spTree>
      <p:nvGrpSpPr>
        <p:cNvPr id="1" name=""/>
        <p:cNvGrpSpPr/>
        <p:nvPr/>
      </p:nvGrpSpPr>
      <p:grpSpPr>
        <a:xfrm>
          <a:off x="0" y="0"/>
          <a:ext cx="0" cy="0"/>
          <a:chOff x="0" y="0"/>
          <a:chExt cx="0" cy="0"/>
        </a:xfrm>
      </p:grpSpPr>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5">
    <p:spTree>
      <p:nvGrpSpPr>
        <p:cNvPr id="1" name=""/>
        <p:cNvGrpSpPr/>
        <p:nvPr/>
      </p:nvGrpSpPr>
      <p:grpSpPr>
        <a:xfrm>
          <a:off x="0" y="0"/>
          <a:ext cx="0" cy="0"/>
          <a:chOff x="0" y="0"/>
          <a:chExt cx="0" cy="0"/>
        </a:xfrm>
      </p:grpSpPr>
      <p:sp>
        <p:nvSpPr>
          <p:cNvPr id="41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3"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6">
    <p:spTree>
      <p:nvGrpSpPr>
        <p:cNvPr id="1" name=""/>
        <p:cNvGrpSpPr/>
        <p:nvPr/>
      </p:nvGrpSpPr>
      <p:grpSpPr>
        <a:xfrm>
          <a:off x="0" y="0"/>
          <a:ext cx="0" cy="0"/>
          <a:chOff x="0" y="0"/>
          <a:chExt cx="0" cy="0"/>
        </a:xfrm>
      </p:grpSpPr>
      <p:sp>
        <p:nvSpPr>
          <p:cNvPr id="41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7"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67">
    <p:spTree>
      <p:nvGrpSpPr>
        <p:cNvPr id="1" name=""/>
        <p:cNvGrpSpPr/>
        <p:nvPr/>
      </p:nvGrpSpPr>
      <p:grpSpPr>
        <a:xfrm>
          <a:off x="0" y="0"/>
          <a:ext cx="0" cy="0"/>
          <a:chOff x="0" y="0"/>
          <a:chExt cx="0" cy="0"/>
        </a:xfrm>
      </p:grpSpPr>
      <p:sp>
        <p:nvSpPr>
          <p:cNvPr id="42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2"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23"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68">
    <p:spTree>
      <p:nvGrpSpPr>
        <p:cNvPr id="1" name=""/>
        <p:cNvGrpSpPr/>
        <p:nvPr/>
      </p:nvGrpSpPr>
      <p:grpSpPr>
        <a:xfrm>
          <a:off x="0" y="0"/>
          <a:ext cx="0" cy="0"/>
          <a:chOff x="0" y="0"/>
          <a:chExt cx="0" cy="0"/>
        </a:xfrm>
      </p:grpSpPr>
      <p:sp>
        <p:nvSpPr>
          <p:cNvPr id="42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69">
    <p:spTree>
      <p:nvGrpSpPr>
        <p:cNvPr id="1" name=""/>
        <p:cNvGrpSpPr/>
        <p:nvPr/>
      </p:nvGrpSpPr>
      <p:grpSpPr>
        <a:xfrm>
          <a:off x="0" y="0"/>
          <a:ext cx="0" cy="0"/>
          <a:chOff x="0" y="0"/>
          <a:chExt cx="0" cy="0"/>
        </a:xfrm>
      </p:grpSpPr>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70">
    <p:spTree>
      <p:nvGrpSpPr>
        <p:cNvPr id="1" name=""/>
        <p:cNvGrpSpPr/>
        <p:nvPr/>
      </p:nvGrpSpPr>
      <p:grpSpPr>
        <a:xfrm>
          <a:off x="0" y="0"/>
          <a:ext cx="0" cy="0"/>
          <a:chOff x="0" y="0"/>
          <a:chExt cx="0" cy="0"/>
        </a:xfrm>
      </p:grpSpPr>
      <p:sp>
        <p:nvSpPr>
          <p:cNvPr id="43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31"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2"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3"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71">
    <p:spTree>
      <p:nvGrpSpPr>
        <p:cNvPr id="1" name=""/>
        <p:cNvGrpSpPr/>
        <p:nvPr/>
      </p:nvGrpSpPr>
      <p:grpSpPr>
        <a:xfrm>
          <a:off x="0" y="0"/>
          <a:ext cx="0" cy="0"/>
          <a:chOff x="0" y="0"/>
          <a:chExt cx="0" cy="0"/>
        </a:xfrm>
      </p:grpSpPr>
      <p:sp>
        <p:nvSpPr>
          <p:cNvPr id="43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39"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0"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1"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72">
    <p:spTree>
      <p:nvGrpSpPr>
        <p:cNvPr id="1" name=""/>
        <p:cNvGrpSpPr/>
        <p:nvPr/>
      </p:nvGrpSpPr>
      <p:grpSpPr>
        <a:xfrm>
          <a:off x="0" y="0"/>
          <a:ext cx="0" cy="0"/>
          <a:chOff x="0" y="0"/>
          <a:chExt cx="0" cy="0"/>
        </a:xfrm>
      </p:grpSpPr>
      <p:sp>
        <p:nvSpPr>
          <p:cNvPr id="44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7"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8"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9"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73">
    <p:spTree>
      <p:nvGrpSpPr>
        <p:cNvPr id="1" name=""/>
        <p:cNvGrpSpPr/>
        <p:nvPr/>
      </p:nvGrpSpPr>
      <p:grpSpPr>
        <a:xfrm>
          <a:off x="0" y="0"/>
          <a:ext cx="0" cy="0"/>
          <a:chOff x="0" y="0"/>
          <a:chExt cx="0" cy="0"/>
        </a:xfrm>
      </p:grpSpPr>
      <p:sp>
        <p:nvSpPr>
          <p:cNvPr id="45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54"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5"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74">
    <p:spTree>
      <p:nvGrpSpPr>
        <p:cNvPr id="1" name=""/>
        <p:cNvGrpSpPr/>
        <p:nvPr/>
      </p:nvGrpSpPr>
      <p:grpSpPr>
        <a:xfrm>
          <a:off x="0" y="0"/>
          <a:ext cx="0" cy="0"/>
          <a:chOff x="0" y="0"/>
          <a:chExt cx="0" cy="0"/>
        </a:xfrm>
      </p:grpSpPr>
      <p:sp>
        <p:nvSpPr>
          <p:cNvPr id="46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62"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3"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4"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5"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5">
    <p:spTree>
      <p:nvGrpSpPr>
        <p:cNvPr id="1" name=""/>
        <p:cNvGrpSpPr/>
        <p:nvPr/>
      </p:nvGrpSpPr>
      <p:grpSpPr>
        <a:xfrm>
          <a:off x="0" y="0"/>
          <a:ext cx="0" cy="0"/>
          <a:chOff x="0" y="0"/>
          <a:chExt cx="0" cy="0"/>
        </a:xfrm>
      </p:grpSpPr>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6">
    <p:spTree>
      <p:nvGrpSpPr>
        <p:cNvPr id="1" name=""/>
        <p:cNvGrpSpPr/>
        <p:nvPr/>
      </p:nvGrpSpPr>
      <p:grpSpPr>
        <a:xfrm>
          <a:off x="0" y="0"/>
          <a:ext cx="0" cy="0"/>
          <a:chOff x="0" y="0"/>
          <a:chExt cx="0" cy="0"/>
        </a:xfrm>
      </p:grpSpPr>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77">
    <p:spTree>
      <p:nvGrpSpPr>
        <p:cNvPr id="1" name=""/>
        <p:cNvGrpSpPr/>
        <p:nvPr/>
      </p:nvGrpSpPr>
      <p:grpSpPr>
        <a:xfrm>
          <a:off x="0" y="0"/>
          <a:ext cx="0" cy="0"/>
          <a:chOff x="0" y="0"/>
          <a:chExt cx="0" cy="0"/>
        </a:xfrm>
      </p:grpSpPr>
      <p:sp>
        <p:nvSpPr>
          <p:cNvPr id="47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7"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78">
    <p:spTree>
      <p:nvGrpSpPr>
        <p:cNvPr id="1" name=""/>
        <p:cNvGrpSpPr/>
        <p:nvPr/>
      </p:nvGrpSpPr>
      <p:grpSpPr>
        <a:xfrm>
          <a:off x="0" y="0"/>
          <a:ext cx="0" cy="0"/>
          <a:chOff x="0" y="0"/>
          <a:chExt cx="0" cy="0"/>
        </a:xfrm>
      </p:grpSpPr>
      <p:sp>
        <p:nvSpPr>
          <p:cNvPr id="48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81"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9">
    <p:spTree>
      <p:nvGrpSpPr>
        <p:cNvPr id="1" name=""/>
        <p:cNvGrpSpPr/>
        <p:nvPr/>
      </p:nvGrpSpPr>
      <p:grpSpPr>
        <a:xfrm>
          <a:off x="0" y="0"/>
          <a:ext cx="0" cy="0"/>
          <a:chOff x="0" y="0"/>
          <a:chExt cx="0" cy="0"/>
        </a:xfrm>
      </p:grpSpPr>
      <p:sp>
        <p:nvSpPr>
          <p:cNvPr id="48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86"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7"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0">
    <p:spTree>
      <p:nvGrpSpPr>
        <p:cNvPr id="1" name=""/>
        <p:cNvGrpSpPr/>
        <p:nvPr/>
      </p:nvGrpSpPr>
      <p:grpSpPr>
        <a:xfrm>
          <a:off x="0" y="0"/>
          <a:ext cx="0" cy="0"/>
          <a:chOff x="0" y="0"/>
          <a:chExt cx="0" cy="0"/>
        </a:xfrm>
      </p:grpSpPr>
      <p:sp>
        <p:nvSpPr>
          <p:cNvPr id="48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81">
    <p:spTree>
      <p:nvGrpSpPr>
        <p:cNvPr id="1" name=""/>
        <p:cNvGrpSpPr/>
        <p:nvPr/>
      </p:nvGrpSpPr>
      <p:grpSpPr>
        <a:xfrm>
          <a:off x="0" y="0"/>
          <a:ext cx="0" cy="0"/>
          <a:chOff x="0" y="0"/>
          <a:chExt cx="0" cy="0"/>
        </a:xfrm>
      </p:grpSpPr>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82">
    <p:spTree>
      <p:nvGrpSpPr>
        <p:cNvPr id="1" name=""/>
        <p:cNvGrpSpPr/>
        <p:nvPr/>
      </p:nvGrpSpPr>
      <p:grpSpPr>
        <a:xfrm>
          <a:off x="0" y="0"/>
          <a:ext cx="0" cy="0"/>
          <a:chOff x="0" y="0"/>
          <a:chExt cx="0" cy="0"/>
        </a:xfrm>
      </p:grpSpPr>
      <p:sp>
        <p:nvSpPr>
          <p:cNvPr id="49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5"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6"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7"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83">
    <p:spTree>
      <p:nvGrpSpPr>
        <p:cNvPr id="1" name=""/>
        <p:cNvGrpSpPr/>
        <p:nvPr/>
      </p:nvGrpSpPr>
      <p:grpSpPr>
        <a:xfrm>
          <a:off x="0" y="0"/>
          <a:ext cx="0" cy="0"/>
          <a:chOff x="0" y="0"/>
          <a:chExt cx="0" cy="0"/>
        </a:xfrm>
      </p:grpSpPr>
      <p:sp>
        <p:nvSpPr>
          <p:cNvPr id="50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03"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04"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05"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84">
    <p:spTree>
      <p:nvGrpSpPr>
        <p:cNvPr id="1" name=""/>
        <p:cNvGrpSpPr/>
        <p:nvPr/>
      </p:nvGrpSpPr>
      <p:grpSpPr>
        <a:xfrm>
          <a:off x="0" y="0"/>
          <a:ext cx="0" cy="0"/>
          <a:chOff x="0" y="0"/>
          <a:chExt cx="0" cy="0"/>
        </a:xfrm>
      </p:grpSpPr>
      <p:sp>
        <p:nvSpPr>
          <p:cNvPr id="51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1"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2"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3"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85">
    <p:spTree>
      <p:nvGrpSpPr>
        <p:cNvPr id="1" name=""/>
        <p:cNvGrpSpPr/>
        <p:nvPr/>
      </p:nvGrpSpPr>
      <p:grpSpPr>
        <a:xfrm>
          <a:off x="0" y="0"/>
          <a:ext cx="0" cy="0"/>
          <a:chOff x="0" y="0"/>
          <a:chExt cx="0" cy="0"/>
        </a:xfrm>
      </p:grpSpPr>
      <p:sp>
        <p:nvSpPr>
          <p:cNvPr id="51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8"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9"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86">
    <p:spTree>
      <p:nvGrpSpPr>
        <p:cNvPr id="1" name=""/>
        <p:cNvGrpSpPr/>
        <p:nvPr/>
      </p:nvGrpSpPr>
      <p:grpSpPr>
        <a:xfrm>
          <a:off x="0" y="0"/>
          <a:ext cx="0" cy="0"/>
          <a:chOff x="0" y="0"/>
          <a:chExt cx="0" cy="0"/>
        </a:xfrm>
      </p:grpSpPr>
      <p:sp>
        <p:nvSpPr>
          <p:cNvPr id="52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26"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7"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8"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9"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7">
    <p:spTree>
      <p:nvGrpSpPr>
        <p:cNvPr id="1" name=""/>
        <p:cNvGrpSpPr/>
        <p:nvPr/>
      </p:nvGrpSpPr>
      <p:grpSpPr>
        <a:xfrm>
          <a:off x="0" y="0"/>
          <a:ext cx="0" cy="0"/>
          <a:chOff x="0" y="0"/>
          <a:chExt cx="0" cy="0"/>
        </a:xfrm>
      </p:grpSpPr>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8">
    <p:spTree>
      <p:nvGrpSpPr>
        <p:cNvPr id="1" name=""/>
        <p:cNvGrpSpPr/>
        <p:nvPr/>
      </p:nvGrpSpPr>
      <p:grpSpPr>
        <a:xfrm>
          <a:off x="0" y="0"/>
          <a:ext cx="0" cy="0"/>
          <a:chOff x="0" y="0"/>
          <a:chExt cx="0" cy="0"/>
        </a:xfrm>
      </p:grpSpPr>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89">
    <p:spTree>
      <p:nvGrpSpPr>
        <p:cNvPr id="1" name=""/>
        <p:cNvGrpSpPr/>
        <p:nvPr/>
      </p:nvGrpSpPr>
      <p:grpSpPr>
        <a:xfrm>
          <a:off x="0" y="0"/>
          <a:ext cx="0" cy="0"/>
          <a:chOff x="0" y="0"/>
          <a:chExt cx="0" cy="0"/>
        </a:xfrm>
      </p:grpSpPr>
      <p:sp>
        <p:nvSpPr>
          <p:cNvPr id="53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9"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90">
    <p:spTree>
      <p:nvGrpSpPr>
        <p:cNvPr id="1" name=""/>
        <p:cNvGrpSpPr/>
        <p:nvPr/>
      </p:nvGrpSpPr>
      <p:grpSpPr>
        <a:xfrm>
          <a:off x="0" y="0"/>
          <a:ext cx="0" cy="0"/>
          <a:chOff x="0" y="0"/>
          <a:chExt cx="0" cy="0"/>
        </a:xfrm>
      </p:grpSpPr>
      <p:sp>
        <p:nvSpPr>
          <p:cNvPr id="54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43"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91">
    <p:spTree>
      <p:nvGrpSpPr>
        <p:cNvPr id="1" name=""/>
        <p:cNvGrpSpPr/>
        <p:nvPr/>
      </p:nvGrpSpPr>
      <p:grpSpPr>
        <a:xfrm>
          <a:off x="0" y="0"/>
          <a:ext cx="0" cy="0"/>
          <a:chOff x="0" y="0"/>
          <a:chExt cx="0" cy="0"/>
        </a:xfrm>
      </p:grpSpPr>
      <p:sp>
        <p:nvSpPr>
          <p:cNvPr id="54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48"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9"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92">
    <p:spTree>
      <p:nvGrpSpPr>
        <p:cNvPr id="1" name=""/>
        <p:cNvGrpSpPr/>
        <p:nvPr/>
      </p:nvGrpSpPr>
      <p:grpSpPr>
        <a:xfrm>
          <a:off x="0" y="0"/>
          <a:ext cx="0" cy="0"/>
          <a:chOff x="0" y="0"/>
          <a:chExt cx="0" cy="0"/>
        </a:xfrm>
      </p:grpSpPr>
      <p:sp>
        <p:nvSpPr>
          <p:cNvPr id="55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93">
    <p:spTree>
      <p:nvGrpSpPr>
        <p:cNvPr id="1" name=""/>
        <p:cNvGrpSpPr/>
        <p:nvPr/>
      </p:nvGrpSpPr>
      <p:grpSpPr>
        <a:xfrm>
          <a:off x="0" y="0"/>
          <a:ext cx="0" cy="0"/>
          <a:chOff x="0" y="0"/>
          <a:chExt cx="0" cy="0"/>
        </a:xfrm>
      </p:grpSpPr>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94">
    <p:spTree>
      <p:nvGrpSpPr>
        <p:cNvPr id="1" name=""/>
        <p:cNvGrpSpPr/>
        <p:nvPr/>
      </p:nvGrpSpPr>
      <p:grpSpPr>
        <a:xfrm>
          <a:off x="0" y="0"/>
          <a:ext cx="0" cy="0"/>
          <a:chOff x="0" y="0"/>
          <a:chExt cx="0" cy="0"/>
        </a:xfrm>
      </p:grpSpPr>
      <p:sp>
        <p:nvSpPr>
          <p:cNvPr id="55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7"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8"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9"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95">
    <p:spTree>
      <p:nvGrpSpPr>
        <p:cNvPr id="1" name=""/>
        <p:cNvGrpSpPr/>
        <p:nvPr/>
      </p:nvGrpSpPr>
      <p:grpSpPr>
        <a:xfrm>
          <a:off x="0" y="0"/>
          <a:ext cx="0" cy="0"/>
          <a:chOff x="0" y="0"/>
          <a:chExt cx="0" cy="0"/>
        </a:xfrm>
      </p:grpSpPr>
      <p:sp>
        <p:nvSpPr>
          <p:cNvPr id="56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5"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6"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7"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96">
    <p:spTree>
      <p:nvGrpSpPr>
        <p:cNvPr id="1" name=""/>
        <p:cNvGrpSpPr/>
        <p:nvPr/>
      </p:nvGrpSpPr>
      <p:grpSpPr>
        <a:xfrm>
          <a:off x="0" y="0"/>
          <a:ext cx="0" cy="0"/>
          <a:chOff x="0" y="0"/>
          <a:chExt cx="0" cy="0"/>
        </a:xfrm>
      </p:grpSpPr>
      <p:sp>
        <p:nvSpPr>
          <p:cNvPr id="57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73"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4"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5"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97">
    <p:spTree>
      <p:nvGrpSpPr>
        <p:cNvPr id="1" name=""/>
        <p:cNvGrpSpPr/>
        <p:nvPr/>
      </p:nvGrpSpPr>
      <p:grpSpPr>
        <a:xfrm>
          <a:off x="0" y="0"/>
          <a:ext cx="0" cy="0"/>
          <a:chOff x="0" y="0"/>
          <a:chExt cx="0" cy="0"/>
        </a:xfrm>
      </p:grpSpPr>
      <p:sp>
        <p:nvSpPr>
          <p:cNvPr id="57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0"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1"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98">
    <p:spTree>
      <p:nvGrpSpPr>
        <p:cNvPr id="1" name=""/>
        <p:cNvGrpSpPr/>
        <p:nvPr/>
      </p:nvGrpSpPr>
      <p:grpSpPr>
        <a:xfrm>
          <a:off x="0" y="0"/>
          <a:ext cx="0" cy="0"/>
          <a:chOff x="0" y="0"/>
          <a:chExt cx="0" cy="0"/>
        </a:xfrm>
      </p:grpSpPr>
      <p:sp>
        <p:nvSpPr>
          <p:cNvPr id="58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8"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9"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0"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1"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9">
    <p:spTree>
      <p:nvGrpSpPr>
        <p:cNvPr id="1" name=""/>
        <p:cNvGrpSpPr/>
        <p:nvPr/>
      </p:nvGrpSpPr>
      <p:grpSpPr>
        <a:xfrm>
          <a:off x="0" y="0"/>
          <a:ext cx="0" cy="0"/>
          <a:chOff x="0" y="0"/>
          <a:chExt cx="0" cy="0"/>
        </a:xfrm>
      </p:grpSpPr>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00">
    <p:spTree>
      <p:nvGrpSpPr>
        <p:cNvPr id="1" name=""/>
        <p:cNvGrpSpPr/>
        <p:nvPr/>
      </p:nvGrpSpPr>
      <p:grpSpPr>
        <a:xfrm>
          <a:off x="0" y="0"/>
          <a:ext cx="0" cy="0"/>
          <a:chOff x="0" y="0"/>
          <a:chExt cx="0" cy="0"/>
        </a:xfrm>
      </p:grpSpPr>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01">
    <p:spTree>
      <p:nvGrpSpPr>
        <p:cNvPr id="1" name=""/>
        <p:cNvGrpSpPr/>
        <p:nvPr/>
      </p:nvGrpSpPr>
      <p:grpSpPr>
        <a:xfrm>
          <a:off x="0" y="0"/>
          <a:ext cx="0" cy="0"/>
          <a:chOff x="0" y="0"/>
          <a:chExt cx="0" cy="0"/>
        </a:xfrm>
      </p:grpSpPr>
      <p:sp>
        <p:nvSpPr>
          <p:cNvPr id="60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1"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02">
    <p:spTree>
      <p:nvGrpSpPr>
        <p:cNvPr id="1" name=""/>
        <p:cNvGrpSpPr/>
        <p:nvPr/>
      </p:nvGrpSpPr>
      <p:grpSpPr>
        <a:xfrm>
          <a:off x="0" y="0"/>
          <a:ext cx="0" cy="0"/>
          <a:chOff x="0" y="0"/>
          <a:chExt cx="0" cy="0"/>
        </a:xfrm>
      </p:grpSpPr>
      <p:sp>
        <p:nvSpPr>
          <p:cNvPr id="60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5"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03">
    <p:spTree>
      <p:nvGrpSpPr>
        <p:cNvPr id="1" name=""/>
        <p:cNvGrpSpPr/>
        <p:nvPr/>
      </p:nvGrpSpPr>
      <p:grpSpPr>
        <a:xfrm>
          <a:off x="0" y="0"/>
          <a:ext cx="0" cy="0"/>
          <a:chOff x="0" y="0"/>
          <a:chExt cx="0" cy="0"/>
        </a:xfrm>
      </p:grpSpPr>
      <p:sp>
        <p:nvSpPr>
          <p:cNvPr id="60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10"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1"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04">
    <p:spTree>
      <p:nvGrpSpPr>
        <p:cNvPr id="1" name=""/>
        <p:cNvGrpSpPr/>
        <p:nvPr/>
      </p:nvGrpSpPr>
      <p:grpSpPr>
        <a:xfrm>
          <a:off x="0" y="0"/>
          <a:ext cx="0" cy="0"/>
          <a:chOff x="0" y="0"/>
          <a:chExt cx="0" cy="0"/>
        </a:xfrm>
      </p:grpSpPr>
      <p:sp>
        <p:nvSpPr>
          <p:cNvPr id="61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105">
    <p:spTree>
      <p:nvGrpSpPr>
        <p:cNvPr id="1" name=""/>
        <p:cNvGrpSpPr/>
        <p:nvPr/>
      </p:nvGrpSpPr>
      <p:grpSpPr>
        <a:xfrm>
          <a:off x="0" y="0"/>
          <a:ext cx="0" cy="0"/>
          <a:chOff x="0" y="0"/>
          <a:chExt cx="0" cy="0"/>
        </a:xfrm>
      </p:grpSpPr>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6">
    <p:spTree>
      <p:nvGrpSpPr>
        <p:cNvPr id="1" name=""/>
        <p:cNvGrpSpPr/>
        <p:nvPr/>
      </p:nvGrpSpPr>
      <p:grpSpPr>
        <a:xfrm>
          <a:off x="0" y="0"/>
          <a:ext cx="0" cy="0"/>
          <a:chOff x="0" y="0"/>
          <a:chExt cx="0" cy="0"/>
        </a:xfrm>
      </p:grpSpPr>
      <p:sp>
        <p:nvSpPr>
          <p:cNvPr id="61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19"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0"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1"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07">
    <p:spTree>
      <p:nvGrpSpPr>
        <p:cNvPr id="1" name=""/>
        <p:cNvGrpSpPr/>
        <p:nvPr/>
      </p:nvGrpSpPr>
      <p:grpSpPr>
        <a:xfrm>
          <a:off x="0" y="0"/>
          <a:ext cx="0" cy="0"/>
          <a:chOff x="0" y="0"/>
          <a:chExt cx="0" cy="0"/>
        </a:xfrm>
      </p:grpSpPr>
      <p:sp>
        <p:nvSpPr>
          <p:cNvPr id="62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27"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8"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9"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08">
    <p:spTree>
      <p:nvGrpSpPr>
        <p:cNvPr id="1" name=""/>
        <p:cNvGrpSpPr/>
        <p:nvPr/>
      </p:nvGrpSpPr>
      <p:grpSpPr>
        <a:xfrm>
          <a:off x="0" y="0"/>
          <a:ext cx="0" cy="0"/>
          <a:chOff x="0" y="0"/>
          <a:chExt cx="0" cy="0"/>
        </a:xfrm>
      </p:grpSpPr>
      <p:sp>
        <p:nvSpPr>
          <p:cNvPr id="63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5"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6"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7"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09">
    <p:spTree>
      <p:nvGrpSpPr>
        <p:cNvPr id="1" name=""/>
        <p:cNvGrpSpPr/>
        <p:nvPr/>
      </p:nvGrpSpPr>
      <p:grpSpPr>
        <a:xfrm>
          <a:off x="0" y="0"/>
          <a:ext cx="0" cy="0"/>
          <a:chOff x="0" y="0"/>
          <a:chExt cx="0" cy="0"/>
        </a:xfrm>
      </p:grpSpPr>
      <p:sp>
        <p:nvSpPr>
          <p:cNvPr id="64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42"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3"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10">
    <p:spTree>
      <p:nvGrpSpPr>
        <p:cNvPr id="1" name=""/>
        <p:cNvGrpSpPr/>
        <p:nvPr/>
      </p:nvGrpSpPr>
      <p:grpSpPr>
        <a:xfrm>
          <a:off x="0" y="0"/>
          <a:ext cx="0" cy="0"/>
          <a:chOff x="0" y="0"/>
          <a:chExt cx="0" cy="0"/>
        </a:xfrm>
      </p:grpSpPr>
      <p:sp>
        <p:nvSpPr>
          <p:cNvPr id="64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50"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1"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2"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3"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11">
    <p:spTree>
      <p:nvGrpSpPr>
        <p:cNvPr id="1" name=""/>
        <p:cNvGrpSpPr/>
        <p:nvPr/>
      </p:nvGrpSpPr>
      <p:grpSpPr>
        <a:xfrm>
          <a:off x="0" y="0"/>
          <a:ext cx="0" cy="0"/>
          <a:chOff x="0" y="0"/>
          <a:chExt cx="0" cy="0"/>
        </a:xfrm>
      </p:grpSpPr>
    </p:spTree>
  </p:cSld>
</p:sldLayout>
</file>

<file path=ppt/slideLayouts/slideLayout1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12">
    <p:spTree>
      <p:nvGrpSpPr>
        <p:cNvPr id="1" name=""/>
        <p:cNvGrpSpPr/>
        <p:nvPr/>
      </p:nvGrpSpPr>
      <p:grpSpPr>
        <a:xfrm>
          <a:off x="0" y="0"/>
          <a:ext cx="0" cy="0"/>
          <a:chOff x="0" y="0"/>
          <a:chExt cx="0" cy="0"/>
        </a:xfrm>
      </p:grpSpPr>
    </p:spTree>
  </p:cSld>
</p:sldLayout>
</file>

<file path=ppt/slideLayouts/slideLayout1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13">
    <p:spTree>
      <p:nvGrpSpPr>
        <p:cNvPr id="1" name=""/>
        <p:cNvGrpSpPr/>
        <p:nvPr/>
      </p:nvGrpSpPr>
      <p:grpSpPr>
        <a:xfrm>
          <a:off x="0" y="0"/>
          <a:ext cx="0" cy="0"/>
          <a:chOff x="0" y="0"/>
          <a:chExt cx="0" cy="0"/>
        </a:xfrm>
      </p:grpSpPr>
      <p:sp>
        <p:nvSpPr>
          <p:cNvPr id="66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3"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14">
    <p:spTree>
      <p:nvGrpSpPr>
        <p:cNvPr id="1" name=""/>
        <p:cNvGrpSpPr/>
        <p:nvPr/>
      </p:nvGrpSpPr>
      <p:grpSpPr>
        <a:xfrm>
          <a:off x="0" y="0"/>
          <a:ext cx="0" cy="0"/>
          <a:chOff x="0" y="0"/>
          <a:chExt cx="0" cy="0"/>
        </a:xfrm>
      </p:grpSpPr>
      <p:sp>
        <p:nvSpPr>
          <p:cNvPr id="66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7"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15">
    <p:spTree>
      <p:nvGrpSpPr>
        <p:cNvPr id="1" name=""/>
        <p:cNvGrpSpPr/>
        <p:nvPr/>
      </p:nvGrpSpPr>
      <p:grpSpPr>
        <a:xfrm>
          <a:off x="0" y="0"/>
          <a:ext cx="0" cy="0"/>
          <a:chOff x="0" y="0"/>
          <a:chExt cx="0" cy="0"/>
        </a:xfrm>
      </p:grpSpPr>
      <p:sp>
        <p:nvSpPr>
          <p:cNvPr id="67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72"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3"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16">
    <p:spTree>
      <p:nvGrpSpPr>
        <p:cNvPr id="1" name=""/>
        <p:cNvGrpSpPr/>
        <p:nvPr/>
      </p:nvGrpSpPr>
      <p:grpSpPr>
        <a:xfrm>
          <a:off x="0" y="0"/>
          <a:ext cx="0" cy="0"/>
          <a:chOff x="0" y="0"/>
          <a:chExt cx="0" cy="0"/>
        </a:xfrm>
      </p:grpSpPr>
      <p:sp>
        <p:nvSpPr>
          <p:cNvPr id="67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117">
    <p:spTree>
      <p:nvGrpSpPr>
        <p:cNvPr id="1" name=""/>
        <p:cNvGrpSpPr/>
        <p:nvPr/>
      </p:nvGrpSpPr>
      <p:grpSpPr>
        <a:xfrm>
          <a:off x="0" y="0"/>
          <a:ext cx="0" cy="0"/>
          <a:chOff x="0" y="0"/>
          <a:chExt cx="0" cy="0"/>
        </a:xfrm>
      </p:grpSpPr>
    </p:spTree>
  </p:cSld>
</p:sldLayout>
</file>

<file path=ppt/slideLayouts/slideLayout1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18">
    <p:spTree>
      <p:nvGrpSpPr>
        <p:cNvPr id="1" name=""/>
        <p:cNvGrpSpPr/>
        <p:nvPr/>
      </p:nvGrpSpPr>
      <p:grpSpPr>
        <a:xfrm>
          <a:off x="0" y="0"/>
          <a:ext cx="0" cy="0"/>
          <a:chOff x="0" y="0"/>
          <a:chExt cx="0" cy="0"/>
        </a:xfrm>
      </p:grpSpPr>
      <p:sp>
        <p:nvSpPr>
          <p:cNvPr id="68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81"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2"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3"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9">
    <p:spTree>
      <p:nvGrpSpPr>
        <p:cNvPr id="1" name=""/>
        <p:cNvGrpSpPr/>
        <p:nvPr/>
      </p:nvGrpSpPr>
      <p:grpSpPr>
        <a:xfrm>
          <a:off x="0" y="0"/>
          <a:ext cx="0" cy="0"/>
          <a:chOff x="0" y="0"/>
          <a:chExt cx="0" cy="0"/>
        </a:xfrm>
      </p:grpSpPr>
      <p:sp>
        <p:nvSpPr>
          <p:cNvPr id="68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89"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0"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1"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20">
    <p:spTree>
      <p:nvGrpSpPr>
        <p:cNvPr id="1" name=""/>
        <p:cNvGrpSpPr/>
        <p:nvPr/>
      </p:nvGrpSpPr>
      <p:grpSpPr>
        <a:xfrm>
          <a:off x="0" y="0"/>
          <a:ext cx="0" cy="0"/>
          <a:chOff x="0" y="0"/>
          <a:chExt cx="0" cy="0"/>
        </a:xfrm>
      </p:grpSpPr>
      <p:sp>
        <p:nvSpPr>
          <p:cNvPr id="696"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7"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8"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9" name="PlaceHolder 4"/>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21">
    <p:spTree>
      <p:nvGrpSpPr>
        <p:cNvPr id="1" name=""/>
        <p:cNvGrpSpPr/>
        <p:nvPr/>
      </p:nvGrpSpPr>
      <p:grpSpPr>
        <a:xfrm>
          <a:off x="0" y="0"/>
          <a:ext cx="0" cy="0"/>
          <a:chOff x="0" y="0"/>
          <a:chExt cx="0" cy="0"/>
        </a:xfrm>
      </p:grpSpPr>
      <p:sp>
        <p:nvSpPr>
          <p:cNvPr id="70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04" name="PlaceHolder 2"/>
          <p:cNvSpPr>
            <a:spLocks noGrp="1"/>
          </p:cNvSpPr>
          <p:nvPr>
            <p:ph/>
          </p:nvPr>
        </p:nvSpPr>
        <p:spPr>
          <a:xfrm>
            <a:off x="1218960" y="320940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05" name="PlaceHolder 3"/>
          <p:cNvSpPr>
            <a:spLocks noGrp="1"/>
          </p:cNvSpPr>
          <p:nvPr>
            <p:ph/>
          </p:nvPr>
        </p:nvSpPr>
        <p:spPr>
          <a:xfrm>
            <a:off x="1218960" y="7364520"/>
            <a:ext cx="2194488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22">
    <p:spTree>
      <p:nvGrpSpPr>
        <p:cNvPr id="1" name=""/>
        <p:cNvGrpSpPr/>
        <p:nvPr/>
      </p:nvGrpSpPr>
      <p:grpSpPr>
        <a:xfrm>
          <a:off x="0" y="0"/>
          <a:ext cx="0" cy="0"/>
          <a:chOff x="0" y="0"/>
          <a:chExt cx="0" cy="0"/>
        </a:xfrm>
      </p:grpSpPr>
      <p:sp>
        <p:nvSpPr>
          <p:cNvPr id="71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2"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3"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4"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5" name="PlaceHolder 5"/>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23">
    <p:spTree>
      <p:nvGrpSpPr>
        <p:cNvPr id="1" name=""/>
        <p:cNvGrpSpPr/>
        <p:nvPr/>
      </p:nvGrpSpPr>
      <p:grpSpPr>
        <a:xfrm>
          <a:off x="0" y="0"/>
          <a:ext cx="0" cy="0"/>
          <a:chOff x="0" y="0"/>
          <a:chExt cx="0" cy="0"/>
        </a:xfrm>
      </p:grpSpPr>
    </p:spTree>
  </p:cSld>
</p:sldLayout>
</file>

<file path=ppt/slideLayouts/slideLayout1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24">
    <p:spTree>
      <p:nvGrpSpPr>
        <p:cNvPr id="1" name=""/>
        <p:cNvGrpSpPr/>
        <p:nvPr/>
      </p:nvGrpSpPr>
      <p:grpSpPr>
        <a:xfrm>
          <a:off x="0" y="0"/>
          <a:ext cx="0" cy="0"/>
          <a:chOff x="0" y="0"/>
          <a:chExt cx="0" cy="0"/>
        </a:xfrm>
      </p:grpSpPr>
    </p:spTree>
  </p:cSld>
</p:sldLayout>
</file>

<file path=ppt/slideLayouts/slideLayout1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25">
    <p:spTree>
      <p:nvGrpSpPr>
        <p:cNvPr id="1" name=""/>
        <p:cNvGrpSpPr/>
        <p:nvPr/>
      </p:nvGrpSpPr>
      <p:grpSpPr>
        <a:xfrm>
          <a:off x="0" y="0"/>
          <a:ext cx="0" cy="0"/>
          <a:chOff x="0" y="0"/>
          <a:chExt cx="0" cy="0"/>
        </a:xfrm>
      </p:grpSpPr>
      <p:sp>
        <p:nvSpPr>
          <p:cNvPr id="724"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25"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26">
    <p:spTree>
      <p:nvGrpSpPr>
        <p:cNvPr id="1" name=""/>
        <p:cNvGrpSpPr/>
        <p:nvPr/>
      </p:nvGrpSpPr>
      <p:grpSpPr>
        <a:xfrm>
          <a:off x="0" y="0"/>
          <a:ext cx="0" cy="0"/>
          <a:chOff x="0" y="0"/>
          <a:chExt cx="0" cy="0"/>
        </a:xfrm>
      </p:grpSpPr>
      <p:sp>
        <p:nvSpPr>
          <p:cNvPr id="728"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29" name="PlaceHolder 2"/>
          <p:cNvSpPr>
            <a:spLocks noGrp="1"/>
          </p:cNvSpPr>
          <p:nvPr>
            <p:ph/>
          </p:nvPr>
        </p:nvSpPr>
        <p:spPr>
          <a:xfrm>
            <a:off x="1218960" y="3209400"/>
            <a:ext cx="2194488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27">
    <p:spTree>
      <p:nvGrpSpPr>
        <p:cNvPr id="1" name=""/>
        <p:cNvGrpSpPr/>
        <p:nvPr/>
      </p:nvGrpSpPr>
      <p:grpSpPr>
        <a:xfrm>
          <a:off x="0" y="0"/>
          <a:ext cx="0" cy="0"/>
          <a:chOff x="0" y="0"/>
          <a:chExt cx="0" cy="0"/>
        </a:xfrm>
      </p:grpSpPr>
      <p:sp>
        <p:nvSpPr>
          <p:cNvPr id="73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34"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5"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28">
    <p:spTree>
      <p:nvGrpSpPr>
        <p:cNvPr id="1" name=""/>
        <p:cNvGrpSpPr/>
        <p:nvPr/>
      </p:nvGrpSpPr>
      <p:grpSpPr>
        <a:xfrm>
          <a:off x="0" y="0"/>
          <a:ext cx="0" cy="0"/>
          <a:chOff x="0" y="0"/>
          <a:chExt cx="0" cy="0"/>
        </a:xfrm>
      </p:grpSpPr>
      <p:sp>
        <p:nvSpPr>
          <p:cNvPr id="737"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129">
    <p:spTree>
      <p:nvGrpSpPr>
        <p:cNvPr id="1" name=""/>
        <p:cNvGrpSpPr/>
        <p:nvPr/>
      </p:nvGrpSpPr>
      <p:grpSpPr>
        <a:xfrm>
          <a:off x="0" y="0"/>
          <a:ext cx="0" cy="0"/>
          <a:chOff x="0" y="0"/>
          <a:chExt cx="0" cy="0"/>
        </a:xfrm>
      </p:grpSpPr>
    </p:spTree>
  </p:cSld>
</p:sldLayout>
</file>

<file path=ppt/slideLayouts/slideLayout1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30">
    <p:spTree>
      <p:nvGrpSpPr>
        <p:cNvPr id="1" name=""/>
        <p:cNvGrpSpPr/>
        <p:nvPr/>
      </p:nvGrpSpPr>
      <p:grpSpPr>
        <a:xfrm>
          <a:off x="0" y="0"/>
          <a:ext cx="0" cy="0"/>
          <a:chOff x="0" y="0"/>
          <a:chExt cx="0" cy="0"/>
        </a:xfrm>
      </p:grpSpPr>
      <p:sp>
        <p:nvSpPr>
          <p:cNvPr id="742"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43" name="PlaceHolder 2"/>
          <p:cNvSpPr>
            <a:spLocks noGrp="1"/>
          </p:cNvSpPr>
          <p:nvPr>
            <p:ph/>
          </p:nvPr>
        </p:nvSpPr>
        <p:spPr>
          <a:xfrm>
            <a:off x="12189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44" name="PlaceHolder 3"/>
          <p:cNvSpPr>
            <a:spLocks noGrp="1"/>
          </p:cNvSpPr>
          <p:nvPr>
            <p:ph/>
          </p:nvPr>
        </p:nvSpPr>
        <p:spPr>
          <a:xfrm>
            <a:off x="124635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45" name="PlaceHolder 4"/>
          <p:cNvSpPr>
            <a:spLocks noGrp="1"/>
          </p:cNvSpPr>
          <p:nvPr>
            <p:ph/>
          </p:nvPr>
        </p:nvSpPr>
        <p:spPr>
          <a:xfrm>
            <a:off x="12189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31">
    <p:spTree>
      <p:nvGrpSpPr>
        <p:cNvPr id="1" name=""/>
        <p:cNvGrpSpPr/>
        <p:nvPr/>
      </p:nvGrpSpPr>
      <p:grpSpPr>
        <a:xfrm>
          <a:off x="0" y="0"/>
          <a:ext cx="0" cy="0"/>
          <a:chOff x="0" y="0"/>
          <a:chExt cx="0" cy="0"/>
        </a:xfrm>
      </p:grpSpPr>
      <p:sp>
        <p:nvSpPr>
          <p:cNvPr id="750"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51" name="PlaceHolder 2"/>
          <p:cNvSpPr>
            <a:spLocks noGrp="1"/>
          </p:cNvSpPr>
          <p:nvPr>
            <p:ph/>
          </p:nvPr>
        </p:nvSpPr>
        <p:spPr>
          <a:xfrm>
            <a:off x="1218960" y="3209400"/>
            <a:ext cx="10708920" cy="7954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2" name="PlaceHolder 3"/>
          <p:cNvSpPr>
            <a:spLocks noGrp="1"/>
          </p:cNvSpPr>
          <p:nvPr>
            <p:ph/>
          </p:nvPr>
        </p:nvSpPr>
        <p:spPr>
          <a:xfrm>
            <a:off x="12463560" y="320940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3" name="PlaceHolder 4"/>
          <p:cNvSpPr>
            <a:spLocks noGrp="1"/>
          </p:cNvSpPr>
          <p:nvPr>
            <p:ph/>
          </p:nvPr>
        </p:nvSpPr>
        <p:spPr>
          <a:xfrm>
            <a:off x="12463560" y="7364520"/>
            <a:ext cx="10708920" cy="3794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slideLayout" Target="../slideLayouts/slideLayout49.xml"/>
</Relationships>
</file>

<file path=ppt/slideMasters/_rels/slideMaster50.xml.rels><?xml version="1.0" encoding="UTF-8"?>
<Relationships xmlns="http://schemas.openxmlformats.org/package/2006/relationships"><Relationship Id="rId1" Type="http://schemas.openxmlformats.org/officeDocument/2006/relationships/theme" Target="../theme/theme50.xml"/><Relationship Id="rId2" Type="http://schemas.openxmlformats.org/officeDocument/2006/relationships/slideLayout" Target="../slideLayouts/slideLayout50.xml"/>
</Relationships>
</file>

<file path=ppt/slideMasters/_rels/slideMaster51.xml.rels><?xml version="1.0" encoding="UTF-8"?>
<Relationships xmlns="http://schemas.openxmlformats.org/package/2006/relationships"><Relationship Id="rId1" Type="http://schemas.openxmlformats.org/officeDocument/2006/relationships/theme" Target="../theme/theme51.xml"/><Relationship Id="rId2" Type="http://schemas.openxmlformats.org/officeDocument/2006/relationships/slideLayout" Target="../slideLayouts/slideLayout51.xml"/>
</Relationships>
</file>

<file path=ppt/slideMasters/_rels/slideMaster52.xml.rels><?xml version="1.0" encoding="UTF-8"?>
<Relationships xmlns="http://schemas.openxmlformats.org/package/2006/relationships"><Relationship Id="rId1" Type="http://schemas.openxmlformats.org/officeDocument/2006/relationships/theme" Target="../theme/theme52.xml"/><Relationship Id="rId2" Type="http://schemas.openxmlformats.org/officeDocument/2006/relationships/slideLayout" Target="../slideLayouts/slideLayout52.xml"/>
</Relationships>
</file>

<file path=ppt/slideMasters/_rels/slideMaster53.xml.rels><?xml version="1.0" encoding="UTF-8"?>
<Relationships xmlns="http://schemas.openxmlformats.org/package/2006/relationships"><Relationship Id="rId1" Type="http://schemas.openxmlformats.org/officeDocument/2006/relationships/theme" Target="../theme/theme53.xml"/><Relationship Id="rId2" Type="http://schemas.openxmlformats.org/officeDocument/2006/relationships/slideLayout" Target="../slideLayouts/slideLayout53.xml"/>
</Relationships>
</file>

<file path=ppt/slideMasters/_rels/slideMaster54.xml.rels><?xml version="1.0" encoding="UTF-8"?>
<Relationships xmlns="http://schemas.openxmlformats.org/package/2006/relationships"><Relationship Id="rId1" Type="http://schemas.openxmlformats.org/officeDocument/2006/relationships/theme" Target="../theme/theme54.xml"/><Relationship Id="rId2" Type="http://schemas.openxmlformats.org/officeDocument/2006/relationships/slideLayout" Target="../slideLayouts/slideLayout54.xml"/>
</Relationships>
</file>

<file path=ppt/slideMasters/_rels/slideMaster55.xml.rels><?xml version="1.0" encoding="UTF-8"?>
<Relationships xmlns="http://schemas.openxmlformats.org/package/2006/relationships"><Relationship Id="rId1" Type="http://schemas.openxmlformats.org/officeDocument/2006/relationships/theme" Target="../theme/theme55.xml"/><Relationship Id="rId2" Type="http://schemas.openxmlformats.org/officeDocument/2006/relationships/slideLayout" Target="../slideLayouts/slideLayout55.xml"/>
</Relationships>
</file>

<file path=ppt/slideMasters/_rels/slideMaster56.xml.rels><?xml version="1.0" encoding="UTF-8"?>
<Relationships xmlns="http://schemas.openxmlformats.org/package/2006/relationships"><Relationship Id="rId1" Type="http://schemas.openxmlformats.org/officeDocument/2006/relationships/theme" Target="../theme/theme56.xml"/><Relationship Id="rId2" Type="http://schemas.openxmlformats.org/officeDocument/2006/relationships/slideLayout" Target="../slideLayouts/slideLayout56.xml"/>
</Relationships>
</file>

<file path=ppt/slideMasters/_rels/slideMaster57.xml.rels><?xml version="1.0" encoding="UTF-8"?>
<Relationships xmlns="http://schemas.openxmlformats.org/package/2006/relationships"><Relationship Id="rId1" Type="http://schemas.openxmlformats.org/officeDocument/2006/relationships/theme" Target="../theme/theme57.xml"/><Relationship Id="rId2" Type="http://schemas.openxmlformats.org/officeDocument/2006/relationships/slideLayout" Target="../slideLayouts/slideLayout57.xml"/>
</Relationships>
</file>

<file path=ppt/slideMasters/_rels/slideMaster58.xml.rels><?xml version="1.0" encoding="UTF-8"?>
<Relationships xmlns="http://schemas.openxmlformats.org/package/2006/relationships"><Relationship Id="rId1" Type="http://schemas.openxmlformats.org/officeDocument/2006/relationships/theme" Target="../theme/theme58.xml"/><Relationship Id="rId2" Type="http://schemas.openxmlformats.org/officeDocument/2006/relationships/slideLayout" Target="../slideLayouts/slideLayout58.xml"/>
</Relationships>
</file>

<file path=ppt/slideMasters/_rels/slideMaster59.xml.rels><?xml version="1.0" encoding="UTF-8"?>
<Relationships xmlns="http://schemas.openxmlformats.org/package/2006/relationships"><Relationship Id="rId1" Type="http://schemas.openxmlformats.org/officeDocument/2006/relationships/theme" Target="../theme/theme59.xml"/><Relationship Id="rId2" Type="http://schemas.openxmlformats.org/officeDocument/2006/relationships/slideLayout" Target="../slideLayouts/slideLayout59.xml"/>
</Relationships>
</file>

<file path=ppt/slideMasters/_rels/slideMaster60.xml.rels><?xml version="1.0" encoding="UTF-8"?>
<Relationships xmlns="http://schemas.openxmlformats.org/package/2006/relationships"><Relationship Id="rId1" Type="http://schemas.openxmlformats.org/officeDocument/2006/relationships/theme" Target="../theme/theme60.xml"/><Relationship Id="rId2" Type="http://schemas.openxmlformats.org/officeDocument/2006/relationships/slideLayout" Target="../slideLayouts/slideLayout60.xml"/>
</Relationships>
</file>

<file path=ppt/slideMasters/_rels/slideMaster61.xml.rels><?xml version="1.0" encoding="UTF-8"?>
<Relationships xmlns="http://schemas.openxmlformats.org/package/2006/relationships"><Relationship Id="rId1" Type="http://schemas.openxmlformats.org/officeDocument/2006/relationships/theme" Target="../theme/theme61.xml"/><Relationship Id="rId2" Type="http://schemas.openxmlformats.org/officeDocument/2006/relationships/slideLayout" Target="../slideLayouts/slideLayout61.xml"/>
</Relationships>
</file>

<file path=ppt/slideMasters/_rels/slideMaster62.xml.rels><?xml version="1.0" encoding="UTF-8"?>
<Relationships xmlns="http://schemas.openxmlformats.org/package/2006/relationships"><Relationship Id="rId1" Type="http://schemas.openxmlformats.org/officeDocument/2006/relationships/theme" Target="../theme/theme62.xml"/><Relationship Id="rId2" Type="http://schemas.openxmlformats.org/officeDocument/2006/relationships/slideLayout" Target="../slideLayouts/slideLayout62.xml"/>
</Relationships>
</file>

<file path=ppt/slideMasters/_rels/slideMaster63.xml.rels><?xml version="1.0" encoding="UTF-8"?>
<Relationships xmlns="http://schemas.openxmlformats.org/package/2006/relationships"><Relationship Id="rId1" Type="http://schemas.openxmlformats.org/officeDocument/2006/relationships/theme" Target="../theme/theme63.xml"/><Relationship Id="rId2" Type="http://schemas.openxmlformats.org/officeDocument/2006/relationships/slideLayout" Target="../slideLayouts/slideLayout63.xml"/>
</Relationships>
</file>

<file path=ppt/slideMasters/_rels/slideMaster64.xml.rels><?xml version="1.0" encoding="UTF-8"?>
<Relationships xmlns="http://schemas.openxmlformats.org/package/2006/relationships"><Relationship Id="rId1" Type="http://schemas.openxmlformats.org/officeDocument/2006/relationships/theme" Target="../theme/theme64.xml"/><Relationship Id="rId2" Type="http://schemas.openxmlformats.org/officeDocument/2006/relationships/slideLayout" Target="../slideLayouts/slideLayout64.xml"/>
</Relationships>
</file>

<file path=ppt/slideMasters/_rels/slideMaster65.xml.rels><?xml version="1.0" encoding="UTF-8"?>
<Relationships xmlns="http://schemas.openxmlformats.org/package/2006/relationships"><Relationship Id="rId1" Type="http://schemas.openxmlformats.org/officeDocument/2006/relationships/theme" Target="../theme/theme65.xml"/><Relationship Id="rId2" Type="http://schemas.openxmlformats.org/officeDocument/2006/relationships/slideLayout" Target="../slideLayouts/slideLayout65.xml"/>
</Relationships>
</file>

<file path=ppt/slideMasters/_rels/slideMaster66.xml.rels><?xml version="1.0" encoding="UTF-8"?>
<Relationships xmlns="http://schemas.openxmlformats.org/package/2006/relationships"><Relationship Id="rId1" Type="http://schemas.openxmlformats.org/officeDocument/2006/relationships/theme" Target="../theme/theme66.xml"/><Relationship Id="rId2" Type="http://schemas.openxmlformats.org/officeDocument/2006/relationships/slideLayout" Target="../slideLayouts/slideLayout66.xml"/>
</Relationships>
</file>

<file path=ppt/slideMasters/_rels/slideMaster67.xml.rels><?xml version="1.0" encoding="UTF-8"?>
<Relationships xmlns="http://schemas.openxmlformats.org/package/2006/relationships"><Relationship Id="rId1" Type="http://schemas.openxmlformats.org/officeDocument/2006/relationships/theme" Target="../theme/theme67.xml"/><Relationship Id="rId2" Type="http://schemas.openxmlformats.org/officeDocument/2006/relationships/slideLayout" Target="../slideLayouts/slideLayout67.xml"/>
</Relationships>
</file>

<file path=ppt/slideMasters/_rels/slideMaster68.xml.rels><?xml version="1.0" encoding="UTF-8"?>
<Relationships xmlns="http://schemas.openxmlformats.org/package/2006/relationships"><Relationship Id="rId1" Type="http://schemas.openxmlformats.org/officeDocument/2006/relationships/theme" Target="../theme/theme68.xml"/><Relationship Id="rId2" Type="http://schemas.openxmlformats.org/officeDocument/2006/relationships/slideLayout" Target="../slideLayouts/slideLayout68.xml"/>
</Relationships>
</file>

<file path=ppt/slideMasters/_rels/slideMaster69.xml.rels><?xml version="1.0" encoding="UTF-8"?>
<Relationships xmlns="http://schemas.openxmlformats.org/package/2006/relationships"><Relationship Id="rId1" Type="http://schemas.openxmlformats.org/officeDocument/2006/relationships/theme" Target="../theme/theme69.xml"/><Relationship Id="rId2" Type="http://schemas.openxmlformats.org/officeDocument/2006/relationships/slideLayout" Target="../slideLayouts/slideLayout69.xml"/>
</Relationships>
</file>

<file path=ppt/slideMasters/_rels/slideMaster70.xml.rels><?xml version="1.0" encoding="UTF-8"?>
<Relationships xmlns="http://schemas.openxmlformats.org/package/2006/relationships"><Relationship Id="rId1" Type="http://schemas.openxmlformats.org/officeDocument/2006/relationships/theme" Target="../theme/theme70.xml"/><Relationship Id="rId2" Type="http://schemas.openxmlformats.org/officeDocument/2006/relationships/slideLayout" Target="../slideLayouts/slideLayout70.xml"/>
</Relationships>
</file>

<file path=ppt/slideMasters/_rels/slideMaster71.xml.rels><?xml version="1.0" encoding="UTF-8"?>
<Relationships xmlns="http://schemas.openxmlformats.org/package/2006/relationships"><Relationship Id="rId1" Type="http://schemas.openxmlformats.org/officeDocument/2006/relationships/theme" Target="../theme/theme71.xml"/><Relationship Id="rId2" Type="http://schemas.openxmlformats.org/officeDocument/2006/relationships/slideLayout" Target="../slideLayouts/slideLayout71.xml"/>
</Relationships>
</file>

<file path=ppt/slideMasters/_rels/slideMaster72.xml.rels><?xml version="1.0" encoding="UTF-8"?>
<Relationships xmlns="http://schemas.openxmlformats.org/package/2006/relationships"><Relationship Id="rId1" Type="http://schemas.openxmlformats.org/officeDocument/2006/relationships/theme" Target="../theme/theme72.xml"/><Relationship Id="rId2" Type="http://schemas.openxmlformats.org/officeDocument/2006/relationships/slideLayout" Target="../slideLayouts/slideLayout72.xml"/>
</Relationships>
</file>

<file path=ppt/slideMasters/_rels/slideMaster73.xml.rels><?xml version="1.0" encoding="UTF-8"?>
<Relationships xmlns="http://schemas.openxmlformats.org/package/2006/relationships"><Relationship Id="rId1" Type="http://schemas.openxmlformats.org/officeDocument/2006/relationships/theme" Target="../theme/theme73.xml"/><Relationship Id="rId2" Type="http://schemas.openxmlformats.org/officeDocument/2006/relationships/slideLayout" Target="../slideLayouts/slideLayout73.xml"/>
</Relationships>
</file>

<file path=ppt/slideMasters/_rels/slideMaster74.xml.rels><?xml version="1.0" encoding="UTF-8"?>
<Relationships xmlns="http://schemas.openxmlformats.org/package/2006/relationships"><Relationship Id="rId1" Type="http://schemas.openxmlformats.org/officeDocument/2006/relationships/theme" Target="../theme/theme74.xml"/><Relationship Id="rId2" Type="http://schemas.openxmlformats.org/officeDocument/2006/relationships/slideLayout" Target="../slideLayouts/slideLayout74.xml"/>
</Relationships>
</file>

<file path=ppt/slideMasters/_rels/slideMaster75.xml.rels><?xml version="1.0" encoding="UTF-8"?>
<Relationships xmlns="http://schemas.openxmlformats.org/package/2006/relationships"><Relationship Id="rId1" Type="http://schemas.openxmlformats.org/officeDocument/2006/relationships/theme" Target="../theme/theme75.xml"/><Relationship Id="rId2" Type="http://schemas.openxmlformats.org/officeDocument/2006/relationships/slideLayout" Target="../slideLayouts/slideLayout75.xml"/>
</Relationships>
</file>

<file path=ppt/slideMasters/_rels/slideMaster76.xml.rels><?xml version="1.0" encoding="UTF-8"?>
<Relationships xmlns="http://schemas.openxmlformats.org/package/2006/relationships"><Relationship Id="rId1" Type="http://schemas.openxmlformats.org/officeDocument/2006/relationships/theme" Target="../theme/theme76.xml"/><Relationship Id="rId2" Type="http://schemas.openxmlformats.org/officeDocument/2006/relationships/slideLayout" Target="../slideLayouts/slideLayout76.xml"/>
</Relationships>
</file>

<file path=ppt/slideMasters/_rels/slideMaster77.xml.rels><?xml version="1.0" encoding="UTF-8"?>
<Relationships xmlns="http://schemas.openxmlformats.org/package/2006/relationships"><Relationship Id="rId1" Type="http://schemas.openxmlformats.org/officeDocument/2006/relationships/theme" Target="../theme/theme77.xml"/><Relationship Id="rId2" Type="http://schemas.openxmlformats.org/officeDocument/2006/relationships/slideLayout" Target="../slideLayouts/slideLayout77.xml"/>
</Relationships>
</file>

<file path=ppt/slideMasters/_rels/slideMaster78.xml.rels><?xml version="1.0" encoding="UTF-8"?>
<Relationships xmlns="http://schemas.openxmlformats.org/package/2006/relationships"><Relationship Id="rId1" Type="http://schemas.openxmlformats.org/officeDocument/2006/relationships/theme" Target="../theme/theme78.xml"/><Relationship Id="rId2" Type="http://schemas.openxmlformats.org/officeDocument/2006/relationships/slideLayout" Target="../slideLayouts/slideLayout78.xml"/>
</Relationships>
</file>

<file path=ppt/slideMasters/_rels/slideMaster79.xml.rels><?xml version="1.0" encoding="UTF-8"?>
<Relationships xmlns="http://schemas.openxmlformats.org/package/2006/relationships"><Relationship Id="rId1" Type="http://schemas.openxmlformats.org/officeDocument/2006/relationships/theme" Target="../theme/theme79.xml"/><Relationship Id="rId2" Type="http://schemas.openxmlformats.org/officeDocument/2006/relationships/slideLayout" Target="../slideLayouts/slideLayout79.xml"/>
</Relationships>
</file>

<file path=ppt/slideMasters/_rels/slideMaster80.xml.rels><?xml version="1.0" encoding="UTF-8"?>
<Relationships xmlns="http://schemas.openxmlformats.org/package/2006/relationships"><Relationship Id="rId1" Type="http://schemas.openxmlformats.org/officeDocument/2006/relationships/theme" Target="../theme/theme80.xml"/><Relationship Id="rId2" Type="http://schemas.openxmlformats.org/officeDocument/2006/relationships/slideLayout" Target="../slideLayouts/slideLayout80.xml"/>
</Relationships>
</file>

<file path=ppt/slideMasters/_rels/slideMaster81.xml.rels><?xml version="1.0" encoding="UTF-8"?>
<Relationships xmlns="http://schemas.openxmlformats.org/package/2006/relationships"><Relationship Id="rId1" Type="http://schemas.openxmlformats.org/officeDocument/2006/relationships/theme" Target="../theme/theme81.xml"/><Relationship Id="rId2" Type="http://schemas.openxmlformats.org/officeDocument/2006/relationships/slideLayout" Target="../slideLayouts/slideLayout81.xml"/>
</Relationships>
</file>

<file path=ppt/slideMasters/_rels/slideMaster82.xml.rels><?xml version="1.0" encoding="UTF-8"?>
<Relationships xmlns="http://schemas.openxmlformats.org/package/2006/relationships"><Relationship Id="rId1" Type="http://schemas.openxmlformats.org/officeDocument/2006/relationships/theme" Target="../theme/theme82.xml"/><Relationship Id="rId2" Type="http://schemas.openxmlformats.org/officeDocument/2006/relationships/slideLayout" Target="../slideLayouts/slideLayout82.xml"/>
</Relationships>
</file>

<file path=ppt/slideMasters/_rels/slideMaster83.xml.rels><?xml version="1.0" encoding="UTF-8"?>
<Relationships xmlns="http://schemas.openxmlformats.org/package/2006/relationships"><Relationship Id="rId1" Type="http://schemas.openxmlformats.org/officeDocument/2006/relationships/theme" Target="../theme/theme83.xml"/><Relationship Id="rId2" Type="http://schemas.openxmlformats.org/officeDocument/2006/relationships/slideLayout" Target="../slideLayouts/slideLayout83.xml"/>
</Relationships>
</file>

<file path=ppt/slideMasters/_rels/slideMaster84.xml.rels><?xml version="1.0" encoding="UTF-8"?>
<Relationships xmlns="http://schemas.openxmlformats.org/package/2006/relationships"><Relationship Id="rId1" Type="http://schemas.openxmlformats.org/officeDocument/2006/relationships/theme" Target="../theme/theme84.xml"/><Relationship Id="rId2" Type="http://schemas.openxmlformats.org/officeDocument/2006/relationships/slideLayout" Target="../slideLayouts/slideLayout84.xml"/>
</Relationships>
</file>

<file path=ppt/slideMasters/_rels/slideMaster85.xml.rels><?xml version="1.0" encoding="UTF-8"?>
<Relationships xmlns="http://schemas.openxmlformats.org/package/2006/relationships"><Relationship Id="rId1" Type="http://schemas.openxmlformats.org/officeDocument/2006/relationships/theme" Target="../theme/theme85.xml"/><Relationship Id="rId2" Type="http://schemas.openxmlformats.org/officeDocument/2006/relationships/slideLayout" Target="../slideLayouts/slideLayout85.xml"/>
</Relationships>
</file>

<file path=ppt/slideMasters/_rels/slideMaster86.xml.rels><?xml version="1.0" encoding="UTF-8"?>
<Relationships xmlns="http://schemas.openxmlformats.org/package/2006/relationships"><Relationship Id="rId1" Type="http://schemas.openxmlformats.org/officeDocument/2006/relationships/theme" Target="../theme/theme86.xml"/><Relationship Id="rId2" Type="http://schemas.openxmlformats.org/officeDocument/2006/relationships/slideLayout" Target="../slideLayouts/slideLayout86.xml"/>
</Relationships>
</file>

<file path=ppt/slideMasters/_rels/slideMaster87.xml.rels><?xml version="1.0" encoding="UTF-8"?>
<Relationships xmlns="http://schemas.openxmlformats.org/package/2006/relationships"><Relationship Id="rId1" Type="http://schemas.openxmlformats.org/officeDocument/2006/relationships/theme" Target="../theme/theme87.xml"/><Relationship Id="rId2" Type="http://schemas.openxmlformats.org/officeDocument/2006/relationships/slideLayout" Target="../slideLayouts/slideLayout87.xml"/>
</Relationships>
</file>

<file path=ppt/slideMasters/_rels/slideMaster88.xml.rels><?xml version="1.0" encoding="UTF-8"?>
<Relationships xmlns="http://schemas.openxmlformats.org/package/2006/relationships"><Relationship Id="rId1" Type="http://schemas.openxmlformats.org/officeDocument/2006/relationships/theme" Target="../theme/theme88.xml"/><Relationship Id="rId2" Type="http://schemas.openxmlformats.org/officeDocument/2006/relationships/slideLayout" Target="../slideLayouts/slideLayout88.xml"/>
</Relationships>
</file>

<file path=ppt/slideMasters/_rels/slideMaster89.xml.rels><?xml version="1.0" encoding="UTF-8"?>
<Relationships xmlns="http://schemas.openxmlformats.org/package/2006/relationships"><Relationship Id="rId1" Type="http://schemas.openxmlformats.org/officeDocument/2006/relationships/theme" Target="../theme/theme89.xml"/><Relationship Id="rId2" Type="http://schemas.openxmlformats.org/officeDocument/2006/relationships/slideLayout" Target="../slideLayouts/slideLayout89.xml"/>
</Relationships>
</file>

<file path=ppt/slideMasters/_rels/slideMaster90.xml.rels><?xml version="1.0" encoding="UTF-8"?>
<Relationships xmlns="http://schemas.openxmlformats.org/package/2006/relationships"><Relationship Id="rId1" Type="http://schemas.openxmlformats.org/officeDocument/2006/relationships/theme" Target="../theme/theme90.xml"/><Relationship Id="rId2" Type="http://schemas.openxmlformats.org/officeDocument/2006/relationships/slideLayout" Target="../slideLayouts/slideLayout90.xml"/>
</Relationships>
</file>

<file path=ppt/slideMasters/_rels/slideMaster91.xml.rels><?xml version="1.0" encoding="UTF-8"?>
<Relationships xmlns="http://schemas.openxmlformats.org/package/2006/relationships"><Relationship Id="rId1" Type="http://schemas.openxmlformats.org/officeDocument/2006/relationships/theme" Target="../theme/theme91.xml"/><Relationship Id="rId2" Type="http://schemas.openxmlformats.org/officeDocument/2006/relationships/slideLayout" Target="../slideLayouts/slideLayout91.xml"/>
</Relationships>
</file>

<file path=ppt/slideMasters/_rels/slideMaster92.xml.rels><?xml version="1.0" encoding="UTF-8"?>
<Relationships xmlns="http://schemas.openxmlformats.org/package/2006/relationships"><Relationship Id="rId1" Type="http://schemas.openxmlformats.org/officeDocument/2006/relationships/theme" Target="../theme/theme92.xml"/><Relationship Id="rId2" Type="http://schemas.openxmlformats.org/officeDocument/2006/relationships/slideLayout" Target="../slideLayouts/slideLayout92.xml"/>
</Relationships>
</file>

<file path=ppt/slideMasters/_rels/slideMaster93.xml.rels><?xml version="1.0" encoding="UTF-8"?>
<Relationships xmlns="http://schemas.openxmlformats.org/package/2006/relationships"><Relationship Id="rId1" Type="http://schemas.openxmlformats.org/officeDocument/2006/relationships/theme" Target="../theme/theme93.xml"/><Relationship Id="rId2" Type="http://schemas.openxmlformats.org/officeDocument/2006/relationships/slideLayout" Target="../slideLayouts/slideLayout93.xml"/>
</Relationships>
</file>

<file path=ppt/slideMasters/_rels/slideMaster94.xml.rels><?xml version="1.0" encoding="UTF-8"?>
<Relationships xmlns="http://schemas.openxmlformats.org/package/2006/relationships"><Relationship Id="rId1" Type="http://schemas.openxmlformats.org/officeDocument/2006/relationships/theme" Target="../theme/theme94.xml"/><Relationship Id="rId2" Type="http://schemas.openxmlformats.org/officeDocument/2006/relationships/slideLayout" Target="../slideLayouts/slideLayout94.xml"/>
</Relationships>
</file>

<file path=ppt/slideMasters/_rels/slideMaster95.xml.rels><?xml version="1.0" encoding="UTF-8"?>
<Relationships xmlns="http://schemas.openxmlformats.org/package/2006/relationships"><Relationship Id="rId1" Type="http://schemas.openxmlformats.org/officeDocument/2006/relationships/theme" Target="../theme/theme95.xml"/><Relationship Id="rId2" Type="http://schemas.openxmlformats.org/officeDocument/2006/relationships/slideLayout" Target="../slideLayouts/slideLayout95.xml"/>
</Relationships>
</file>

<file path=ppt/slideMasters/_rels/slideMaster96.xml.rels><?xml version="1.0" encoding="UTF-8"?>
<Relationships xmlns="http://schemas.openxmlformats.org/package/2006/relationships"><Relationship Id="rId1" Type="http://schemas.openxmlformats.org/officeDocument/2006/relationships/theme" Target="../theme/theme96.xml"/><Relationship Id="rId2" Type="http://schemas.openxmlformats.org/officeDocument/2006/relationships/slideLayout" Target="../slideLayouts/slideLayout96.xml"/>
</Relationships>
</file>

<file path=ppt/slideMasters/_rels/slideMaster97.xml.rels><?xml version="1.0" encoding="UTF-8"?>
<Relationships xmlns="http://schemas.openxmlformats.org/package/2006/relationships"><Relationship Id="rId1" Type="http://schemas.openxmlformats.org/officeDocument/2006/relationships/theme" Target="../theme/theme97.xml"/><Relationship Id="rId2" Type="http://schemas.openxmlformats.org/officeDocument/2006/relationships/slideLayout" Target="../slideLayouts/slideLayout97.xml"/>
</Relationships>
</file>

<file path=ppt/slideMasters/_rels/slideMaster98.xml.rels><?xml version="1.0" encoding="UTF-8"?>
<Relationships xmlns="http://schemas.openxmlformats.org/package/2006/relationships"><Relationship Id="rId1" Type="http://schemas.openxmlformats.org/officeDocument/2006/relationships/theme" Target="../theme/theme98.xml"/><Relationship Id="rId2" Type="http://schemas.openxmlformats.org/officeDocument/2006/relationships/slideLayout" Target="../slideLayouts/slideLayout98.xml"/>
</Relationships>
</file>

<file path=ppt/slideMasters/_rels/slideMaster99.xml.rels><?xml version="1.0" encoding="UTF-8"?>
<Relationships xmlns="http://schemas.openxmlformats.org/package/2006/relationships"><Relationship Id="rId1" Type="http://schemas.openxmlformats.org/officeDocument/2006/relationships/theme" Target="../theme/theme99.xml"/><Relationship Id="rId2" Type="http://schemas.openxmlformats.org/officeDocument/2006/relationships/slideLayout" Target="../slideLayouts/slideLayout99.xml"/>
</Relationships>
</file>

<file path=ppt/slideMasters/_rels/slideMaster100.xml.rels><?xml version="1.0" encoding="UTF-8"?>
<Relationships xmlns="http://schemas.openxmlformats.org/package/2006/relationships"><Relationship Id="rId1" Type="http://schemas.openxmlformats.org/officeDocument/2006/relationships/theme" Target="../theme/theme100.xml"/><Relationship Id="rId2" Type="http://schemas.openxmlformats.org/officeDocument/2006/relationships/slideLayout" Target="../slideLayouts/slideLayout100.xml"/>
</Relationships>
</file>

<file path=ppt/slideMasters/_rels/slideMaster101.xml.rels><?xml version="1.0" encoding="UTF-8"?>
<Relationships xmlns="http://schemas.openxmlformats.org/package/2006/relationships"><Relationship Id="rId1" Type="http://schemas.openxmlformats.org/officeDocument/2006/relationships/theme" Target="../theme/theme101.xml"/><Relationship Id="rId2" Type="http://schemas.openxmlformats.org/officeDocument/2006/relationships/slideLayout" Target="../slideLayouts/slideLayout101.xml"/>
</Relationships>
</file>

<file path=ppt/slideMasters/_rels/slideMaster102.xml.rels><?xml version="1.0" encoding="UTF-8"?>
<Relationships xmlns="http://schemas.openxmlformats.org/package/2006/relationships"><Relationship Id="rId1" Type="http://schemas.openxmlformats.org/officeDocument/2006/relationships/theme" Target="../theme/theme102.xml"/><Relationship Id="rId2" Type="http://schemas.openxmlformats.org/officeDocument/2006/relationships/slideLayout" Target="../slideLayouts/slideLayout102.xml"/>
</Relationships>
</file>

<file path=ppt/slideMasters/_rels/slideMaster103.xml.rels><?xml version="1.0" encoding="UTF-8"?>
<Relationships xmlns="http://schemas.openxmlformats.org/package/2006/relationships"><Relationship Id="rId1" Type="http://schemas.openxmlformats.org/officeDocument/2006/relationships/theme" Target="../theme/theme103.xml"/><Relationship Id="rId2" Type="http://schemas.openxmlformats.org/officeDocument/2006/relationships/slideLayout" Target="../slideLayouts/slideLayout103.xml"/>
</Relationships>
</file>

<file path=ppt/slideMasters/_rels/slideMaster104.xml.rels><?xml version="1.0" encoding="UTF-8"?>
<Relationships xmlns="http://schemas.openxmlformats.org/package/2006/relationships"><Relationship Id="rId1" Type="http://schemas.openxmlformats.org/officeDocument/2006/relationships/theme" Target="../theme/theme104.xml"/><Relationship Id="rId2" Type="http://schemas.openxmlformats.org/officeDocument/2006/relationships/slideLayout" Target="../slideLayouts/slideLayout104.xml"/>
</Relationships>
</file>

<file path=ppt/slideMasters/_rels/slideMaster105.xml.rels><?xml version="1.0" encoding="UTF-8"?>
<Relationships xmlns="http://schemas.openxmlformats.org/package/2006/relationships"><Relationship Id="rId1" Type="http://schemas.openxmlformats.org/officeDocument/2006/relationships/theme" Target="../theme/theme105.xml"/><Relationship Id="rId2" Type="http://schemas.openxmlformats.org/officeDocument/2006/relationships/slideLayout" Target="../slideLayouts/slideLayout105.xml"/>
</Relationships>
</file>

<file path=ppt/slideMasters/_rels/slideMaster106.xml.rels><?xml version="1.0" encoding="UTF-8"?>
<Relationships xmlns="http://schemas.openxmlformats.org/package/2006/relationships"><Relationship Id="rId1" Type="http://schemas.openxmlformats.org/officeDocument/2006/relationships/theme" Target="../theme/theme106.xml"/><Relationship Id="rId2" Type="http://schemas.openxmlformats.org/officeDocument/2006/relationships/slideLayout" Target="../slideLayouts/slideLayout106.xml"/>
</Relationships>
</file>

<file path=ppt/slideMasters/_rels/slideMaster107.xml.rels><?xml version="1.0" encoding="UTF-8"?>
<Relationships xmlns="http://schemas.openxmlformats.org/package/2006/relationships"><Relationship Id="rId1" Type="http://schemas.openxmlformats.org/officeDocument/2006/relationships/theme" Target="../theme/theme107.xml"/><Relationship Id="rId2" Type="http://schemas.openxmlformats.org/officeDocument/2006/relationships/slideLayout" Target="../slideLayouts/slideLayout107.xml"/>
</Relationships>
</file>

<file path=ppt/slideMasters/_rels/slideMaster108.xml.rels><?xml version="1.0" encoding="UTF-8"?>
<Relationships xmlns="http://schemas.openxmlformats.org/package/2006/relationships"><Relationship Id="rId1" Type="http://schemas.openxmlformats.org/officeDocument/2006/relationships/theme" Target="../theme/theme108.xml"/><Relationship Id="rId2" Type="http://schemas.openxmlformats.org/officeDocument/2006/relationships/slideLayout" Target="../slideLayouts/slideLayout108.xml"/>
</Relationships>
</file>

<file path=ppt/slideMasters/_rels/slideMaster109.xml.rels><?xml version="1.0" encoding="UTF-8"?>
<Relationships xmlns="http://schemas.openxmlformats.org/package/2006/relationships"><Relationship Id="rId1" Type="http://schemas.openxmlformats.org/officeDocument/2006/relationships/theme" Target="../theme/theme109.xml"/><Relationship Id="rId2" Type="http://schemas.openxmlformats.org/officeDocument/2006/relationships/slideLayout" Target="../slideLayouts/slideLayout109.xml"/>
</Relationships>
</file>

<file path=ppt/slideMasters/_rels/slideMaster110.xml.rels><?xml version="1.0" encoding="UTF-8"?>
<Relationships xmlns="http://schemas.openxmlformats.org/package/2006/relationships"><Relationship Id="rId1" Type="http://schemas.openxmlformats.org/officeDocument/2006/relationships/theme" Target="../theme/theme110.xml"/><Relationship Id="rId2" Type="http://schemas.openxmlformats.org/officeDocument/2006/relationships/slideLayout" Target="../slideLayouts/slideLayout110.xml"/>
</Relationships>
</file>

<file path=ppt/slideMasters/_rels/slideMaster111.xml.rels><?xml version="1.0" encoding="UTF-8"?>
<Relationships xmlns="http://schemas.openxmlformats.org/package/2006/relationships"><Relationship Id="rId1" Type="http://schemas.openxmlformats.org/officeDocument/2006/relationships/theme" Target="../theme/theme111.xml"/><Relationship Id="rId2" Type="http://schemas.openxmlformats.org/officeDocument/2006/relationships/slideLayout" Target="../slideLayouts/slideLayout111.xml"/>
</Relationships>
</file>

<file path=ppt/slideMasters/_rels/slideMaster112.xml.rels><?xml version="1.0" encoding="UTF-8"?>
<Relationships xmlns="http://schemas.openxmlformats.org/package/2006/relationships"><Relationship Id="rId1" Type="http://schemas.openxmlformats.org/officeDocument/2006/relationships/theme" Target="../theme/theme112.xml"/><Relationship Id="rId2" Type="http://schemas.openxmlformats.org/officeDocument/2006/relationships/slideLayout" Target="../slideLayouts/slideLayout112.xml"/>
</Relationships>
</file>

<file path=ppt/slideMasters/_rels/slideMaster113.xml.rels><?xml version="1.0" encoding="UTF-8"?>
<Relationships xmlns="http://schemas.openxmlformats.org/package/2006/relationships"><Relationship Id="rId1" Type="http://schemas.openxmlformats.org/officeDocument/2006/relationships/theme" Target="../theme/theme113.xml"/><Relationship Id="rId2" Type="http://schemas.openxmlformats.org/officeDocument/2006/relationships/slideLayout" Target="../slideLayouts/slideLayout113.xml"/>
</Relationships>
</file>

<file path=ppt/slideMasters/_rels/slideMaster114.xml.rels><?xml version="1.0" encoding="UTF-8"?>
<Relationships xmlns="http://schemas.openxmlformats.org/package/2006/relationships"><Relationship Id="rId1" Type="http://schemas.openxmlformats.org/officeDocument/2006/relationships/theme" Target="../theme/theme114.xml"/><Relationship Id="rId2" Type="http://schemas.openxmlformats.org/officeDocument/2006/relationships/slideLayout" Target="../slideLayouts/slideLayout114.xml"/>
</Relationships>
</file>

<file path=ppt/slideMasters/_rels/slideMaster115.xml.rels><?xml version="1.0" encoding="UTF-8"?>
<Relationships xmlns="http://schemas.openxmlformats.org/package/2006/relationships"><Relationship Id="rId1" Type="http://schemas.openxmlformats.org/officeDocument/2006/relationships/theme" Target="../theme/theme115.xml"/><Relationship Id="rId2" Type="http://schemas.openxmlformats.org/officeDocument/2006/relationships/slideLayout" Target="../slideLayouts/slideLayout115.xml"/>
</Relationships>
</file>

<file path=ppt/slideMasters/_rels/slideMaster116.xml.rels><?xml version="1.0" encoding="UTF-8"?>
<Relationships xmlns="http://schemas.openxmlformats.org/package/2006/relationships"><Relationship Id="rId1" Type="http://schemas.openxmlformats.org/officeDocument/2006/relationships/theme" Target="../theme/theme116.xml"/><Relationship Id="rId2" Type="http://schemas.openxmlformats.org/officeDocument/2006/relationships/slideLayout" Target="../slideLayouts/slideLayout116.xml"/>
</Relationships>
</file>

<file path=ppt/slideMasters/_rels/slideMaster117.xml.rels><?xml version="1.0" encoding="UTF-8"?>
<Relationships xmlns="http://schemas.openxmlformats.org/package/2006/relationships"><Relationship Id="rId1" Type="http://schemas.openxmlformats.org/officeDocument/2006/relationships/theme" Target="../theme/theme117.xml"/><Relationship Id="rId2" Type="http://schemas.openxmlformats.org/officeDocument/2006/relationships/slideLayout" Target="../slideLayouts/slideLayout117.xml"/>
</Relationships>
</file>

<file path=ppt/slideMasters/_rels/slideMaster118.xml.rels><?xml version="1.0" encoding="UTF-8"?>
<Relationships xmlns="http://schemas.openxmlformats.org/package/2006/relationships"><Relationship Id="rId1" Type="http://schemas.openxmlformats.org/officeDocument/2006/relationships/theme" Target="../theme/theme118.xml"/><Relationship Id="rId2" Type="http://schemas.openxmlformats.org/officeDocument/2006/relationships/slideLayout" Target="../slideLayouts/slideLayout118.xml"/>
</Relationships>
</file>

<file path=ppt/slideMasters/_rels/slideMaster119.xml.rels><?xml version="1.0" encoding="UTF-8"?>
<Relationships xmlns="http://schemas.openxmlformats.org/package/2006/relationships"><Relationship Id="rId1" Type="http://schemas.openxmlformats.org/officeDocument/2006/relationships/theme" Target="../theme/theme119.xml"/><Relationship Id="rId2" Type="http://schemas.openxmlformats.org/officeDocument/2006/relationships/slideLayout" Target="../slideLayouts/slideLayout119.xml"/>
</Relationships>
</file>

<file path=ppt/slideMasters/_rels/slideMaster120.xml.rels><?xml version="1.0" encoding="UTF-8"?>
<Relationships xmlns="http://schemas.openxmlformats.org/package/2006/relationships"><Relationship Id="rId1" Type="http://schemas.openxmlformats.org/officeDocument/2006/relationships/theme" Target="../theme/theme120.xml"/><Relationship Id="rId2" Type="http://schemas.openxmlformats.org/officeDocument/2006/relationships/slideLayout" Target="../slideLayouts/slideLayout120.xml"/>
</Relationships>
</file>

<file path=ppt/slideMasters/_rels/slideMaster121.xml.rels><?xml version="1.0" encoding="UTF-8"?>
<Relationships xmlns="http://schemas.openxmlformats.org/package/2006/relationships"><Relationship Id="rId1" Type="http://schemas.openxmlformats.org/officeDocument/2006/relationships/theme" Target="../theme/theme121.xml"/><Relationship Id="rId2" Type="http://schemas.openxmlformats.org/officeDocument/2006/relationships/slideLayout" Target="../slideLayouts/slideLayout121.xml"/>
</Relationships>
</file>

<file path=ppt/slideMasters/_rels/slideMaster122.xml.rels><?xml version="1.0" encoding="UTF-8"?>
<Relationships xmlns="http://schemas.openxmlformats.org/package/2006/relationships"><Relationship Id="rId1" Type="http://schemas.openxmlformats.org/officeDocument/2006/relationships/theme" Target="../theme/theme122.xml"/><Relationship Id="rId2" Type="http://schemas.openxmlformats.org/officeDocument/2006/relationships/slideLayout" Target="../slideLayouts/slideLayout122.xml"/>
</Relationships>
</file>

<file path=ppt/slideMasters/_rels/slideMaster123.xml.rels><?xml version="1.0" encoding="UTF-8"?>
<Relationships xmlns="http://schemas.openxmlformats.org/package/2006/relationships"><Relationship Id="rId1" Type="http://schemas.openxmlformats.org/officeDocument/2006/relationships/theme" Target="../theme/theme123.xml"/><Relationship Id="rId2" Type="http://schemas.openxmlformats.org/officeDocument/2006/relationships/slideLayout" Target="../slideLayouts/slideLayout123.xml"/>
</Relationships>
</file>

<file path=ppt/slideMasters/_rels/slideMaster124.xml.rels><?xml version="1.0" encoding="UTF-8"?>
<Relationships xmlns="http://schemas.openxmlformats.org/package/2006/relationships"><Relationship Id="rId1" Type="http://schemas.openxmlformats.org/officeDocument/2006/relationships/theme" Target="../theme/theme124.xml"/><Relationship Id="rId2" Type="http://schemas.openxmlformats.org/officeDocument/2006/relationships/slideLayout" Target="../slideLayouts/slideLayout124.xml"/>
</Relationships>
</file>

<file path=ppt/slideMasters/_rels/slideMaster125.xml.rels><?xml version="1.0" encoding="UTF-8"?>
<Relationships xmlns="http://schemas.openxmlformats.org/package/2006/relationships"><Relationship Id="rId1" Type="http://schemas.openxmlformats.org/officeDocument/2006/relationships/theme" Target="../theme/theme125.xml"/><Relationship Id="rId2" Type="http://schemas.openxmlformats.org/officeDocument/2006/relationships/slideLayout" Target="../slideLayouts/slideLayout125.xml"/>
</Relationships>
</file>

<file path=ppt/slideMasters/_rels/slideMaster126.xml.rels><?xml version="1.0" encoding="UTF-8"?>
<Relationships xmlns="http://schemas.openxmlformats.org/package/2006/relationships"><Relationship Id="rId1" Type="http://schemas.openxmlformats.org/officeDocument/2006/relationships/theme" Target="../theme/theme126.xml"/><Relationship Id="rId2" Type="http://schemas.openxmlformats.org/officeDocument/2006/relationships/slideLayout" Target="../slideLayouts/slideLayout126.xml"/>
</Relationships>
</file>

<file path=ppt/slideMasters/_rels/slideMaster127.xml.rels><?xml version="1.0" encoding="UTF-8"?>
<Relationships xmlns="http://schemas.openxmlformats.org/package/2006/relationships"><Relationship Id="rId1" Type="http://schemas.openxmlformats.org/officeDocument/2006/relationships/theme" Target="../theme/theme127.xml"/><Relationship Id="rId2" Type="http://schemas.openxmlformats.org/officeDocument/2006/relationships/slideLayout" Target="../slideLayouts/slideLayout127.xml"/>
</Relationships>
</file>

<file path=ppt/slideMasters/_rels/slideMaster128.xml.rels><?xml version="1.0" encoding="UTF-8"?>
<Relationships xmlns="http://schemas.openxmlformats.org/package/2006/relationships"><Relationship Id="rId1" Type="http://schemas.openxmlformats.org/officeDocument/2006/relationships/theme" Target="../theme/theme128.xml"/><Relationship Id="rId2" Type="http://schemas.openxmlformats.org/officeDocument/2006/relationships/slideLayout" Target="../slideLayouts/slideLayout128.xml"/>
</Relationships>
</file>

<file path=ppt/slideMasters/_rels/slideMaster129.xml.rels><?xml version="1.0" encoding="UTF-8"?>
<Relationships xmlns="http://schemas.openxmlformats.org/package/2006/relationships"><Relationship Id="rId1" Type="http://schemas.openxmlformats.org/officeDocument/2006/relationships/theme" Target="../theme/theme129.xml"/><Relationship Id="rId2" Type="http://schemas.openxmlformats.org/officeDocument/2006/relationships/slideLayout" Target="../slideLayouts/slideLayout129.xml"/>
</Relationships>
</file>

<file path=ppt/slideMasters/_rels/slideMaster130.xml.rels><?xml version="1.0" encoding="UTF-8"?>
<Relationships xmlns="http://schemas.openxmlformats.org/package/2006/relationships"><Relationship Id="rId1" Type="http://schemas.openxmlformats.org/officeDocument/2006/relationships/theme" Target="../theme/theme130.xml"/><Relationship Id="rId2" Type="http://schemas.openxmlformats.org/officeDocument/2006/relationships/slideLayout" Target="../slideLayouts/slideLayout130.xml"/>
</Relationships>
</file>

<file path=ppt/slideMasters/_rels/slideMaster131.xml.rels><?xml version="1.0" encoding="UTF-8"?>
<Relationships xmlns="http://schemas.openxmlformats.org/package/2006/relationships"><Relationship Id="rId1" Type="http://schemas.openxmlformats.org/officeDocument/2006/relationships/theme" Target="../theme/theme131.xml"/><Relationship Id="rId2" Type="http://schemas.openxmlformats.org/officeDocument/2006/relationships/slideLayout" Target="../slideLayouts/slideLayout131.xml"/>
</Relationships>
</file>

<file path=ppt/slideMasters/_rels/slideMaster132.xml.rels><?xml version="1.0" encoding="UTF-8"?>
<Relationships xmlns="http://schemas.openxmlformats.org/package/2006/relationships"><Relationship Id="rId1" Type="http://schemas.openxmlformats.org/officeDocument/2006/relationships/theme" Target="../theme/theme132.xml"/><Relationship Id="rId2" Type="http://schemas.openxmlformats.org/officeDocument/2006/relationships/slideLayout" Target="../slideLayouts/slideLayout132.xml"/>
</Relationships>
</file>

<file path=ppt/slideMasters/_rels/slideMaster133.xml.rels><?xml version="1.0" encoding="UTF-8"?>
<Relationships xmlns="http://schemas.openxmlformats.org/package/2006/relationships"><Relationship Id="rId1" Type="http://schemas.openxmlformats.org/officeDocument/2006/relationships/theme" Target="../theme/theme133.xml"/><Relationship Id="rId2" Type="http://schemas.openxmlformats.org/officeDocument/2006/relationships/slideLayout" Target="../slideLayouts/slideLayout133.xml"/>
</Relationships>
</file>

<file path=ppt/slideMasters/_rels/slideMaster134.xml.rels><?xml version="1.0" encoding="UTF-8"?>
<Relationships xmlns="http://schemas.openxmlformats.org/package/2006/relationships"><Relationship Id="rId1" Type="http://schemas.openxmlformats.org/officeDocument/2006/relationships/theme" Target="../theme/theme134.xml"/><Relationship Id="rId2" Type="http://schemas.openxmlformats.org/officeDocument/2006/relationships/slideLayout" Target="../slideLayouts/slideLayout134.xml"/>
</Relationships>
</file>

<file path=ppt/slideMasters/_rels/slideMaster135.xml.rels><?xml version="1.0" encoding="UTF-8"?>
<Relationships xmlns="http://schemas.openxmlformats.org/package/2006/relationships"><Relationship Id="rId1" Type="http://schemas.openxmlformats.org/officeDocument/2006/relationships/theme" Target="../theme/theme135.xml"/><Relationship Id="rId2" Type="http://schemas.openxmlformats.org/officeDocument/2006/relationships/slideLayout" Target="../slideLayouts/slideLayout135.xml"/>
</Relationships>
</file>

<file path=ppt/slideMasters/_rels/slideMaster136.xml.rels><?xml version="1.0" encoding="UTF-8"?>
<Relationships xmlns="http://schemas.openxmlformats.org/package/2006/relationships"><Relationship Id="rId1" Type="http://schemas.openxmlformats.org/officeDocument/2006/relationships/theme" Target="../theme/theme136.xml"/><Relationship Id="rId2" Type="http://schemas.openxmlformats.org/officeDocument/2006/relationships/slideLayout" Target="../slideLayouts/slideLayout136.xml"/>
</Relationships>
</file>

<file path=ppt/slideMasters/_rels/slideMaster137.xml.rels><?xml version="1.0" encoding="UTF-8"?>
<Relationships xmlns="http://schemas.openxmlformats.org/package/2006/relationships"><Relationship Id="rId1" Type="http://schemas.openxmlformats.org/officeDocument/2006/relationships/theme" Target="../theme/theme137.xml"/><Relationship Id="rId2" Type="http://schemas.openxmlformats.org/officeDocument/2006/relationships/slideLayout" Target="../slideLayouts/slideLayout137.xml"/>
</Relationships>
</file>

<file path=ppt/slideMasters/_rels/slideMaster138.xml.rels><?xml version="1.0" encoding="UTF-8"?>
<Relationships xmlns="http://schemas.openxmlformats.org/package/2006/relationships"><Relationship Id="rId1" Type="http://schemas.openxmlformats.org/officeDocument/2006/relationships/theme" Target="../theme/theme138.xml"/><Relationship Id="rId2" Type="http://schemas.openxmlformats.org/officeDocument/2006/relationships/slideLayout" Target="../slideLayouts/slideLayout138.xml"/>
</Relationships>
</file>

<file path=ppt/slideMasters/_rels/slideMaster139.xml.rels><?xml version="1.0" encoding="UTF-8"?>
<Relationships xmlns="http://schemas.openxmlformats.org/package/2006/relationships"><Relationship Id="rId1" Type="http://schemas.openxmlformats.org/officeDocument/2006/relationships/theme" Target="../theme/theme139.xml"/><Relationship Id="rId2" Type="http://schemas.openxmlformats.org/officeDocument/2006/relationships/slideLayout" Target="../slideLayouts/slideLayout139.xml"/>
</Relationships>
</file>

<file path=ppt/slideMasters/_rels/slideMaster140.xml.rels><?xml version="1.0" encoding="UTF-8"?>
<Relationships xmlns="http://schemas.openxmlformats.org/package/2006/relationships"><Relationship Id="rId1" Type="http://schemas.openxmlformats.org/officeDocument/2006/relationships/theme" Target="../theme/theme140.xml"/><Relationship Id="rId2" Type="http://schemas.openxmlformats.org/officeDocument/2006/relationships/slideLayout" Target="../slideLayouts/slideLayout140.xml"/>
</Relationships>
</file>

<file path=ppt/slideMasters/_rels/slideMaster141.xml.rels><?xml version="1.0" encoding="UTF-8"?>
<Relationships xmlns="http://schemas.openxmlformats.org/package/2006/relationships"><Relationship Id="rId1" Type="http://schemas.openxmlformats.org/officeDocument/2006/relationships/theme" Target="../theme/theme141.xml"/><Relationship Id="rId2" Type="http://schemas.openxmlformats.org/officeDocument/2006/relationships/slideLayout" Target="../slideLayouts/slideLayout141.xml"/>
</Relationships>
</file>

<file path=ppt/slideMasters/_rels/slideMaster142.xml.rels><?xml version="1.0" encoding="UTF-8"?>
<Relationships xmlns="http://schemas.openxmlformats.org/package/2006/relationships"><Relationship Id="rId1" Type="http://schemas.openxmlformats.org/officeDocument/2006/relationships/theme" Target="../theme/theme142.xml"/><Relationship Id="rId2" Type="http://schemas.openxmlformats.org/officeDocument/2006/relationships/slideLayout" Target="../slideLayouts/slideLayout142.xml"/>
</Relationships>
</file>

<file path=ppt/slideMasters/_rels/slideMaster143.xml.rels><?xml version="1.0" encoding="UTF-8"?>
<Relationships xmlns="http://schemas.openxmlformats.org/package/2006/relationships"><Relationship Id="rId1" Type="http://schemas.openxmlformats.org/officeDocument/2006/relationships/theme" Target="../theme/theme143.xml"/><Relationship Id="rId2" Type="http://schemas.openxmlformats.org/officeDocument/2006/relationships/slideLayout" Target="../slideLayouts/slideLayout143.xml"/>
</Relationships>
</file>

<file path=ppt/slideMasters/_rels/slideMaster144.xml.rels><?xml version="1.0" encoding="UTF-8"?>
<Relationships xmlns="http://schemas.openxmlformats.org/package/2006/relationships"><Relationship Id="rId1" Type="http://schemas.openxmlformats.org/officeDocument/2006/relationships/theme" Target="../theme/theme144.xml"/><Relationship Id="rId2" Type="http://schemas.openxmlformats.org/officeDocument/2006/relationships/slideLayout" Target="../slideLayouts/slideLayout14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2" name="PlaceHolder 2"/>
          <p:cNvSpPr>
            <a:spLocks noGrp="1"/>
          </p:cNvSpPr>
          <p:nvPr>
            <p:ph type="body"/>
          </p:nvPr>
        </p:nvSpPr>
        <p:spPr>
          <a:xfrm>
            <a:off x="1218960" y="3209400"/>
            <a:ext cx="21944880" cy="7954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1"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2"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9"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8"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5"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6"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3"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9"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0"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1"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2"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9"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0"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1"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2"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3"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4"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96" name="PlaceHolder 2"/>
          <p:cNvSpPr>
            <a:spLocks noGrp="1"/>
          </p:cNvSpPr>
          <p:nvPr>
            <p:ph type="body"/>
          </p:nvPr>
        </p:nvSpPr>
        <p:spPr>
          <a:xfrm>
            <a:off x="1218960" y="3209400"/>
            <a:ext cx="21944880" cy="7954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1"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5"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6"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3"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4"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5"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1"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2"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3"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9"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0"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1"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7"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8"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3"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4"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5"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6"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3"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4"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5"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6"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7"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8"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60" name="PlaceHolder 2"/>
          <p:cNvSpPr>
            <a:spLocks noGrp="1"/>
          </p:cNvSpPr>
          <p:nvPr>
            <p:ph type="body"/>
          </p:nvPr>
        </p:nvSpPr>
        <p:spPr>
          <a:xfrm>
            <a:off x="1218960" y="3209400"/>
            <a:ext cx="21944880" cy="7954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5"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9"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0"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7"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8"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9"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5"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6"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7"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3"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4"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5"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1"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2"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7"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8"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9"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0"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7"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8"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9"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0"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1"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2"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3"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7"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3"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1"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2"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5"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7"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39"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9"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0"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1"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1"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7"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8"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9"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3" r:id="rId2"/>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5"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6"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7"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5" r:id="rId2"/>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3"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4"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7" r:id="rId2"/>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9"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0"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1"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2"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9"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9"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0"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1"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2"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3"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4"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1" r:id="rId2"/>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53" r:id="rId2"/>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5"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5" r:id="rId2"/>
  </p:sldLayoutIdLst>
</p:sldMaster>
</file>

<file path=ppt/slideMasters/slideMaster5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9"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7" r:id="rId2"/>
  </p:sldLayoutIdLst>
</p:sldMaster>
</file>

<file path=ppt/slideMasters/slideMaster5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3"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4"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9" r:id="rId2"/>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1" r:id="rId2"/>
  </p:sldLayoutIdLst>
</p:sldMaster>
</file>

<file path=ppt/slideMasters/slideMaster5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63" r:id="rId2"/>
  </p:sldLayoutIdLst>
</p:sldMaster>
</file>

<file path=ppt/slideMasters/slideMaster5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01"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2"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3"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5" r:id="rId2"/>
  </p:sldLayoutIdLst>
</p:sldMaster>
</file>

<file path=ppt/slideMasters/slideMaster6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09"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0"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1"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7" r:id="rId2"/>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7"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8"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9"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9" r:id="rId2"/>
  </p:sldLayoutIdLst>
</p:sldMaster>
</file>

<file path=ppt/slideMasters/slideMaster6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25"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6"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1" r:id="rId2"/>
  </p:sldLayoutIdLst>
</p:sldMaster>
</file>

<file path=ppt/slideMasters/slideMaster6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31"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2"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3"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4"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3" r:id="rId2"/>
  </p:sldLayoutIdLst>
</p:sldMaster>
</file>

<file path=ppt/slideMasters/slideMaster6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41"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2"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3"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4"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5"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6"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5" r:id="rId2"/>
  </p:sldLayoutIdLst>
</p:sldMaster>
</file>

<file path=ppt/slideMasters/slideMaster6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77" r:id="rId2"/>
  </p:sldLayoutIdLst>
</p:sldMaster>
</file>

<file path=ppt/slideMasters/slideMaster6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7"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9" r:id="rId2"/>
  </p:sldLayoutIdLst>
</p:sldMaster>
</file>

<file path=ppt/slideMasters/slideMaster6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1"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1" r:id="rId2"/>
  </p:sldLayoutIdLst>
</p:sldMaster>
</file>

<file path=ppt/slideMasters/slideMaster6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5"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6"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3" r:id="rId2"/>
  </p:sldLayoutIdLst>
</p:sldMaster>
</file>

<file path=ppt/slideMasters/slideMaster6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5" r:id="rId2"/>
  </p:sldLayoutIdLst>
</p:sldMaster>
</file>

<file path=ppt/slideMasters/slideMaster7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87" r:id="rId2"/>
  </p:sldLayoutIdLst>
</p:sldMaster>
</file>

<file path=ppt/slideMasters/slideMaster7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3"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4"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5"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9" r:id="rId2"/>
  </p:sldLayoutIdLst>
</p:sldMaster>
</file>

<file path=ppt/slideMasters/slideMaster7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1"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2"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3"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1" r:id="rId2"/>
  </p:sldLayoutIdLst>
</p:sldMaster>
</file>

<file path=ppt/slideMasters/slideMaster7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9"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0"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1"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3" r:id="rId2"/>
  </p:sldLayoutIdLst>
</p:sldMaster>
</file>

<file path=ppt/slideMasters/slideMaster7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87"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8"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5" r:id="rId2"/>
  </p:sldLayoutIdLst>
</p:sldMaster>
</file>

<file path=ppt/slideMasters/slideMaster7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93"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4"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5"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6"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7" r:id="rId2"/>
  </p:sldLayoutIdLst>
</p:sldMaster>
</file>

<file path=ppt/slideMasters/slideMaster7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03"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4"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5"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6"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7"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8"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9" r:id="rId2"/>
  </p:sldLayoutIdLst>
</p:sldMaster>
</file>

<file path=ppt/slideMasters/slideMaster7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9"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10" name="PlaceHolder 2"/>
          <p:cNvSpPr>
            <a:spLocks noGrp="1"/>
          </p:cNvSpPr>
          <p:nvPr>
            <p:ph type="body"/>
          </p:nvPr>
        </p:nvSpPr>
        <p:spPr>
          <a:xfrm>
            <a:off x="1218960" y="3209400"/>
            <a:ext cx="21944880" cy="7954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01" r:id="rId2"/>
  </p:sldLayoutIdLst>
</p:sldMaster>
</file>

<file path=ppt/slideMasters/slideMaster7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1"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03" r:id="rId2"/>
  </p:sldLayoutIdLst>
</p:sldMaster>
</file>

<file path=ppt/slideMasters/slideMaster7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15"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05" r:id="rId2"/>
  </p:sldLayoutIdLst>
</p:sldMaster>
</file>

<file path=ppt/slideMasters/slideMaster8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19"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20"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07" r:id="rId2"/>
  </p:sldLayoutIdLst>
</p:sldMaster>
</file>

<file path=ppt/slideMasters/slideMaster8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09" r:id="rId2"/>
  </p:sldLayoutIdLst>
</p:sldMaster>
</file>

<file path=ppt/slideMasters/slideMaster8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811" r:id="rId2"/>
  </p:sldLayoutIdLst>
</p:sldMaster>
</file>

<file path=ppt/slideMasters/slideMaster8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27"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28"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29"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13" r:id="rId2"/>
  </p:sldLayoutIdLst>
</p:sldMaster>
</file>

<file path=ppt/slideMasters/slideMaster8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5"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6"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7"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15" r:id="rId2"/>
  </p:sldLayoutIdLst>
</p:sldMaster>
</file>

<file path=ppt/slideMasters/slideMaster8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43"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44"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45"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17" r:id="rId2"/>
  </p:sldLayoutIdLst>
</p:sldMaster>
</file>

<file path=ppt/slideMasters/slideMaster8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51"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2"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19" r:id="rId2"/>
  </p:sldLayoutIdLst>
</p:sldMaster>
</file>

<file path=ppt/slideMasters/slideMaster8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57"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8"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9"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60"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21" r:id="rId2"/>
  </p:sldLayoutIdLst>
</p:sldMaster>
</file>

<file path=ppt/slideMasters/slideMaster8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67"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68"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69"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0"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1"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2"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23" r:id="rId2"/>
  </p:sldLayoutIdLst>
</p:sldMaster>
</file>

<file path=ppt/slideMasters/slideMaster8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3" name="PlaceHolder 1"/>
          <p:cNvSpPr>
            <a:spLocks noGrp="1"/>
          </p:cNvSpPr>
          <p:nvPr>
            <p:ph type="title"/>
          </p:nvPr>
        </p:nvSpPr>
        <p:spPr>
          <a:xfrm>
            <a:off x="1218960" y="547200"/>
            <a:ext cx="21944880" cy="22899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74" name="PlaceHolder 2"/>
          <p:cNvSpPr>
            <a:spLocks noGrp="1"/>
          </p:cNvSpPr>
          <p:nvPr>
            <p:ph type="body"/>
          </p:nvPr>
        </p:nvSpPr>
        <p:spPr>
          <a:xfrm>
            <a:off x="1218960" y="3209400"/>
            <a:ext cx="21944880" cy="7954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25" r:id="rId2"/>
  </p:sldLayoutIdLst>
</p:sldMaster>
</file>

<file path=ppt/slideMasters/slideMaster9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5"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27" r:id="rId2"/>
  </p:sldLayoutIdLst>
</p:sldMaster>
</file>

<file path=ppt/slideMasters/slideMaster9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79"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29" r:id="rId2"/>
  </p:sldLayoutIdLst>
</p:sldMaster>
</file>

<file path=ppt/slideMasters/slideMaster9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83"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84"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31" r:id="rId2"/>
  </p:sldLayoutIdLst>
</p:sldMaster>
</file>

<file path=ppt/slideMasters/slideMaster9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33" r:id="rId2"/>
  </p:sldLayoutIdLst>
</p:sldMaster>
</file>

<file path=ppt/slideMasters/slideMaster9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835" r:id="rId2"/>
  </p:sldLayoutIdLst>
</p:sldMaster>
</file>

<file path=ppt/slideMasters/slideMaster9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91"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92"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93"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37" r:id="rId2"/>
  </p:sldLayoutIdLst>
</p:sldMaster>
</file>

<file path=ppt/slideMasters/slideMaster9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99"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0"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1"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39" r:id="rId2"/>
  </p:sldLayoutIdLst>
</p:sldMaster>
</file>

<file path=ppt/slideMasters/slideMaster9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07"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8"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9"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41" r:id="rId2"/>
  </p:sldLayoutIdLst>
</p:sldMaster>
</file>

<file path=ppt/slideMasters/slideMaster9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5"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6"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43" r:id="rId2"/>
  </p:sldLayoutIdLst>
</p:sldMaster>
</file>

<file path=ppt/slideMasters/slideMaster9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21"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2"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3"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4"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45" r:id="rId2"/>
  </p:sldLayoutIdLst>
</p:sldMaster>
</file>

<file path=ppt/slideMasters/slideMaster10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31"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2"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3"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4"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5"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6"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47" r:id="rId2"/>
  </p:sldLayoutIdLst>
</p:sldMaster>
</file>

<file path=ppt/slideMasters/slideMaster10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849" r:id="rId2"/>
  </p:sldLayoutIdLst>
</p:sldMaster>
</file>

<file path=ppt/slideMasters/slideMaster10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7"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51" r:id="rId2"/>
  </p:sldLayoutIdLst>
</p:sldMaster>
</file>

<file path=ppt/slideMasters/slideMaster10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41"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53" r:id="rId2"/>
  </p:sldLayoutIdLst>
</p:sldMaster>
</file>

<file path=ppt/slideMasters/slideMaster10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45"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46"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55" r:id="rId2"/>
  </p:sldLayoutIdLst>
</p:sldMaster>
</file>

<file path=ppt/slideMasters/slideMaster10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57" r:id="rId2"/>
  </p:sldLayoutIdLst>
</p:sldMaster>
</file>

<file path=ppt/slideMasters/slideMaster10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859" r:id="rId2"/>
  </p:sldLayoutIdLst>
</p:sldMaster>
</file>

<file path=ppt/slideMasters/slideMaster10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53"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54"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55"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61" r:id="rId2"/>
  </p:sldLayoutIdLst>
</p:sldMaster>
</file>

<file path=ppt/slideMasters/slideMaster10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61"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62"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63"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63" r:id="rId2"/>
  </p:sldLayoutIdLst>
</p:sldMaster>
</file>

<file path=ppt/slideMasters/slideMaster10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69"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70"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71"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65" r:id="rId2"/>
  </p:sldLayoutIdLst>
</p:sldMaster>
</file>

<file path=ppt/slideMasters/slideMaster1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7"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78"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67" r:id="rId2"/>
  </p:sldLayoutIdLst>
</p:sldMaster>
</file>

<file path=ppt/slideMasters/slideMaster1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83"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84"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85"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86"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69" r:id="rId2"/>
  </p:sldLayoutIdLst>
</p:sldMaster>
</file>

<file path=ppt/slideMasters/slideMaster1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93"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4"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5"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6"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7"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8"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71" r:id="rId2"/>
  </p:sldLayoutIdLst>
</p:sldMaster>
</file>

<file path=ppt/slideMasters/slideMaster1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873" r:id="rId2"/>
  </p:sldLayoutIdLst>
</p:sldMaster>
</file>

<file path=ppt/slideMasters/slideMaster1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9"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75" r:id="rId2"/>
  </p:sldLayoutIdLst>
</p:sldMaster>
</file>

<file path=ppt/slideMasters/slideMaster1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03"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77" r:id="rId2"/>
  </p:sldLayoutIdLst>
</p:sldMaster>
</file>

<file path=ppt/slideMasters/slideMaster1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07"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08"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79" r:id="rId2"/>
  </p:sldLayoutIdLst>
</p:sldMaster>
</file>

<file path=ppt/slideMasters/slideMaster1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81" r:id="rId2"/>
  </p:sldLayoutIdLst>
</p:sldMaster>
</file>

<file path=ppt/slideMasters/slideMaster1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883" r:id="rId2"/>
  </p:sldLayoutIdLst>
</p:sldMaster>
</file>

<file path=ppt/slideMasters/slideMaster1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15"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6"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7"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85" r:id="rId2"/>
  </p:sldLayoutIdLst>
</p:sldMaster>
</file>

<file path=ppt/slideMasters/slideMaster1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23"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24"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25"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87" r:id="rId2"/>
  </p:sldLayoutIdLst>
</p:sldMaster>
</file>

<file path=ppt/slideMasters/slideMaster1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31"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32"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33"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89" r:id="rId2"/>
  </p:sldLayoutIdLst>
</p:sldMaster>
</file>

<file path=ppt/slideMasters/slideMaster1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39"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0"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91" r:id="rId2"/>
  </p:sldLayoutIdLst>
</p:sldMaster>
</file>

<file path=ppt/slideMasters/slideMaster1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45"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6"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7"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8"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93" r:id="rId2"/>
  </p:sldLayoutIdLst>
</p:sldMaster>
</file>

<file path=ppt/slideMasters/slideMaster1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55"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56"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57"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58"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59"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60"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95" r:id="rId2"/>
  </p:sldLayoutIdLst>
</p:sldMaster>
</file>

<file path=ppt/slideMasters/slideMaster1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897" r:id="rId2"/>
  </p:sldLayoutIdLst>
</p:sldMaster>
</file>

<file path=ppt/slideMasters/slideMaster1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1"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99" r:id="rId2"/>
  </p:sldLayoutIdLst>
</p:sldMaster>
</file>

<file path=ppt/slideMasters/slideMaster1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65"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01" r:id="rId2"/>
  </p:sldLayoutIdLst>
</p:sldMaster>
</file>

<file path=ppt/slideMasters/slideMaster1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69"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0"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03" r:id="rId2"/>
  </p:sldLayoutIdLst>
</p:sldMaster>
</file>

<file path=ppt/slideMasters/slideMaster1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05" r:id="rId2"/>
  </p:sldLayoutIdLst>
</p:sldMaster>
</file>

<file path=ppt/slideMasters/slideMaster1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907" r:id="rId2"/>
  </p:sldLayoutIdLst>
</p:sldMaster>
</file>

<file path=ppt/slideMasters/slideMaster1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77"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8"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9"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09" r:id="rId2"/>
  </p:sldLayoutIdLst>
</p:sldMaster>
</file>

<file path=ppt/slideMasters/slideMaster1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4"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85"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86"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87"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11" r:id="rId2"/>
  </p:sldLayoutIdLst>
</p:sldMaster>
</file>

<file path=ppt/slideMasters/slideMaster1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2"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93"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94"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95" name="PlaceHolder 4"/>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13" r:id="rId2"/>
  </p:sldLayoutIdLst>
</p:sldMaster>
</file>

<file path=ppt/slideMasters/slideMaster1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01" name="PlaceHolder 2"/>
          <p:cNvSpPr>
            <a:spLocks noGrp="1"/>
          </p:cNvSpPr>
          <p:nvPr>
            <p:ph type="body"/>
          </p:nvPr>
        </p:nvSpPr>
        <p:spPr>
          <a:xfrm>
            <a:off x="1218960" y="320940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02" name="PlaceHolder 3"/>
          <p:cNvSpPr>
            <a:spLocks noGrp="1"/>
          </p:cNvSpPr>
          <p:nvPr>
            <p:ph type="body"/>
          </p:nvPr>
        </p:nvSpPr>
        <p:spPr>
          <a:xfrm>
            <a:off x="1218960" y="7364520"/>
            <a:ext cx="219445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15" r:id="rId2"/>
  </p:sldLayoutIdLst>
</p:sldMaster>
</file>

<file path=ppt/slideMasters/slideMaster1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07"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08"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09"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10" name="PlaceHolder 5"/>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17" r:id="rId2"/>
  </p:sldLayoutIdLst>
</p:sldMaster>
</file>

<file path=ppt/slideMasters/slideMaster1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17" name="PlaceHolder 2"/>
          <p:cNvSpPr>
            <a:spLocks noGrp="1"/>
          </p:cNvSpPr>
          <p:nvPr>
            <p:ph type="body"/>
          </p:nvPr>
        </p:nvSpPr>
        <p:spPr>
          <a:xfrm>
            <a:off x="12189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18" name="PlaceHolder 3"/>
          <p:cNvSpPr>
            <a:spLocks noGrp="1"/>
          </p:cNvSpPr>
          <p:nvPr>
            <p:ph type="body"/>
          </p:nvPr>
        </p:nvSpPr>
        <p:spPr>
          <a:xfrm>
            <a:off x="863856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19" name="PlaceHolder 4"/>
          <p:cNvSpPr>
            <a:spLocks noGrp="1"/>
          </p:cNvSpPr>
          <p:nvPr>
            <p:ph type="body"/>
          </p:nvPr>
        </p:nvSpPr>
        <p:spPr>
          <a:xfrm>
            <a:off x="16058520" y="320940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20" name="PlaceHolder 5"/>
          <p:cNvSpPr>
            <a:spLocks noGrp="1"/>
          </p:cNvSpPr>
          <p:nvPr>
            <p:ph type="body"/>
          </p:nvPr>
        </p:nvSpPr>
        <p:spPr>
          <a:xfrm>
            <a:off x="12189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21" name="PlaceHolder 6"/>
          <p:cNvSpPr>
            <a:spLocks noGrp="1"/>
          </p:cNvSpPr>
          <p:nvPr>
            <p:ph type="body"/>
          </p:nvPr>
        </p:nvSpPr>
        <p:spPr>
          <a:xfrm>
            <a:off x="863856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22" name="PlaceHolder 7"/>
          <p:cNvSpPr>
            <a:spLocks noGrp="1"/>
          </p:cNvSpPr>
          <p:nvPr>
            <p:ph type="body"/>
          </p:nvPr>
        </p:nvSpPr>
        <p:spPr>
          <a:xfrm>
            <a:off x="16058520" y="7364520"/>
            <a:ext cx="706572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19" r:id="rId2"/>
  </p:sldLayoutIdLst>
</p:sldMaster>
</file>

<file path=ppt/slideMasters/slideMaster1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921" r:id="rId2"/>
  </p:sldLayoutIdLst>
</p:sldMaster>
</file>

<file path=ppt/slideMasters/slideMaster1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3"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23" r:id="rId2"/>
  </p:sldLayoutIdLst>
</p:sldMaster>
</file>

<file path=ppt/slideMasters/slideMaster1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27" name="PlaceHolder 2"/>
          <p:cNvSpPr>
            <a:spLocks noGrp="1"/>
          </p:cNvSpPr>
          <p:nvPr>
            <p:ph type="body"/>
          </p:nvPr>
        </p:nvSpPr>
        <p:spPr>
          <a:xfrm>
            <a:off x="1218960" y="3209400"/>
            <a:ext cx="2194452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25" r:id="rId2"/>
  </p:sldLayoutIdLst>
</p:sldMaster>
</file>

<file path=ppt/slideMasters/slideMaster1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0"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31"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32"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27" r:id="rId2"/>
  </p:sldLayoutIdLst>
</p:sldMaster>
</file>

<file path=ppt/slideMasters/slideMaster1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29" r:id="rId2"/>
  </p:sldLayoutIdLst>
</p:sldMaster>
</file>

<file path=ppt/slideMasters/slideMaster1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931" r:id="rId2"/>
  </p:sldLayoutIdLst>
</p:sldMaster>
</file>

<file path=ppt/slideMasters/slideMaster1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8"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39" name="PlaceHolder 2"/>
          <p:cNvSpPr>
            <a:spLocks noGrp="1"/>
          </p:cNvSpPr>
          <p:nvPr>
            <p:ph type="body"/>
          </p:nvPr>
        </p:nvSpPr>
        <p:spPr>
          <a:xfrm>
            <a:off x="12189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0" name="PlaceHolder 3"/>
          <p:cNvSpPr>
            <a:spLocks noGrp="1"/>
          </p:cNvSpPr>
          <p:nvPr>
            <p:ph type="body"/>
          </p:nvPr>
        </p:nvSpPr>
        <p:spPr>
          <a:xfrm>
            <a:off x="124635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1" name="PlaceHolder 4"/>
          <p:cNvSpPr>
            <a:spLocks noGrp="1"/>
          </p:cNvSpPr>
          <p:nvPr>
            <p:ph type="body"/>
          </p:nvPr>
        </p:nvSpPr>
        <p:spPr>
          <a:xfrm>
            <a:off x="12189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33" r:id="rId2"/>
  </p:sldLayoutIdLst>
</p:sldMaster>
</file>

<file path=ppt/slideMasters/slideMaster1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6" name="PlaceHolder 1"/>
          <p:cNvSpPr>
            <a:spLocks noGrp="1"/>
          </p:cNvSpPr>
          <p:nvPr>
            <p:ph type="title"/>
          </p:nvPr>
        </p:nvSpPr>
        <p:spPr>
          <a:xfrm>
            <a:off x="1218960" y="547200"/>
            <a:ext cx="21944520" cy="2289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47" name="PlaceHolder 2"/>
          <p:cNvSpPr>
            <a:spLocks noGrp="1"/>
          </p:cNvSpPr>
          <p:nvPr>
            <p:ph type="body"/>
          </p:nvPr>
        </p:nvSpPr>
        <p:spPr>
          <a:xfrm>
            <a:off x="1218960" y="3209400"/>
            <a:ext cx="10708560" cy="7954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8" name="PlaceHolder 3"/>
          <p:cNvSpPr>
            <a:spLocks noGrp="1"/>
          </p:cNvSpPr>
          <p:nvPr>
            <p:ph type="body"/>
          </p:nvPr>
        </p:nvSpPr>
        <p:spPr>
          <a:xfrm>
            <a:off x="12463560" y="320940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9" name="PlaceHolder 4"/>
          <p:cNvSpPr>
            <a:spLocks noGrp="1"/>
          </p:cNvSpPr>
          <p:nvPr>
            <p:ph type="body"/>
          </p:nvPr>
        </p:nvSpPr>
        <p:spPr>
          <a:xfrm>
            <a:off x="12463560" y="7364520"/>
            <a:ext cx="10708560" cy="379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3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tif"/><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microsoft.com/office/2007/relationships/hdphoto" Target="../media/hdphoto1.wdp"/><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image" Target="../media/image26.png"/><Relationship Id="rId15" Type="http://schemas.openxmlformats.org/officeDocument/2006/relationships/image" Target="../media/image27.jpeg"/><Relationship Id="rId16" Type="http://schemas.openxmlformats.org/officeDocument/2006/relationships/image" Target="../media/image28.png"/><Relationship Id="rId17" Type="http://schemas.openxmlformats.org/officeDocument/2006/relationships/image" Target="../media/image29.png"/><Relationship Id="rId18" Type="http://schemas.openxmlformats.org/officeDocument/2006/relationships/image" Target="../media/image30.png"/><Relationship Id="rId19" Type="http://schemas.openxmlformats.org/officeDocument/2006/relationships/image" Target="../media/image31.png"/><Relationship Id="rId20" Type="http://schemas.openxmlformats.org/officeDocument/2006/relationships/image" Target="../media/image32.png"/><Relationship Id="rId21" Type="http://schemas.openxmlformats.org/officeDocument/2006/relationships/image" Target="../media/image33.png"/><Relationship Id="rId22" Type="http://schemas.openxmlformats.org/officeDocument/2006/relationships/diagramData" Target="../diagrams/data1.xml"/><Relationship Id="rId23" Type="http://schemas.openxmlformats.org/officeDocument/2006/relationships/diagramLayout" Target="../diagrams/layout1.xml"/><Relationship Id="rId24" Type="http://schemas.openxmlformats.org/officeDocument/2006/relationships/diagramQuickStyle" Target="../diagrams/quickStyle1.xml"/><Relationship Id="rId25" Type="http://schemas.openxmlformats.org/officeDocument/2006/relationships/diagramColors" Target="../diagrams/colors1.xml"/><Relationship Id="rId26" Type="http://schemas.microsoft.com/office/2007/relationships/diagramDrawing" Target="../diagrams/drawing1.xml"/><Relationship Id="rId27" Type="http://schemas.openxmlformats.org/officeDocument/2006/relationships/image" Target="../media/image7.png"/><Relationship Id="rId28" Type="http://schemas.openxmlformats.org/officeDocument/2006/relationships/image" Target="../media/image34.png"/><Relationship Id="rId29"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5.png"/><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7.png"/><Relationship Id="rId6" Type="http://schemas.openxmlformats.org/officeDocument/2006/relationships/image" Target="../media/image36.png"/><Relationship Id="rId7" Type="http://schemas.openxmlformats.org/officeDocument/2006/relationships/slideLayout" Target="../slideLayouts/slideLayout77.xml"/>
</Relationships>
</file>

<file path=ppt/slides/_rels/slide5.xml.rels><?xml version="1.0" encoding="UTF-8"?>
<Relationships xmlns="http://schemas.openxmlformats.org/package/2006/relationships"><Relationship Id="rId1" Type="http://schemas.openxmlformats.org/officeDocument/2006/relationships/image" Target="../media/image37.jpeg"/><Relationship Id="rId2" Type="http://schemas.openxmlformats.org/officeDocument/2006/relationships/image" Target="../media/image38.jpeg"/><Relationship Id="rId3" Type="http://schemas.openxmlformats.org/officeDocument/2006/relationships/image" Target="../media/image7.png"/><Relationship Id="rId4" Type="http://schemas.openxmlformats.org/officeDocument/2006/relationships/slideLayout" Target="../slideLayouts/slideLayout89.xml"/>
</Relationships>
</file>

<file path=ppt/slides/_rels/slide6.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7.png"/><Relationship Id="rId3" Type="http://schemas.openxmlformats.org/officeDocument/2006/relationships/slideLayout" Target="../slideLayouts/slideLayout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Line"/>
          <p:cNvSpPr/>
          <p:nvPr/>
        </p:nvSpPr>
        <p:spPr>
          <a:xfrm flipV="1">
            <a:off x="230040" y="2988360"/>
            <a:ext cx="23923440" cy="57240"/>
          </a:xfrm>
          <a:prstGeom prst="line">
            <a:avLst/>
          </a:prstGeom>
          <a:ln w="88900">
            <a:solidFill>
              <a:srgbClr val="8cb35f"/>
            </a:solidFill>
            <a:miter/>
          </a:ln>
        </p:spPr>
        <p:style>
          <a:lnRef idx="0"/>
          <a:fillRef idx="0"/>
          <a:effectRef idx="0"/>
          <a:fontRef idx="minor"/>
        </p:style>
        <p:txBody>
          <a:bodyPr lIns="90000" rIns="90000" tIns="12240" bIns="12240" anchor="t" anchorCtr="1">
            <a:noAutofit/>
          </a:bodyPr>
          <a:p>
            <a:endParaRPr b="0" lang="en-US" sz="1800" spc="-1" strike="noStrike">
              <a:solidFill>
                <a:srgbClr val="000000"/>
              </a:solidFill>
              <a:latin typeface="Arial"/>
            </a:endParaRPr>
          </a:p>
        </p:txBody>
      </p:sp>
      <p:pic>
        <p:nvPicPr>
          <p:cNvPr id="755" name="Picture 8_0" descr=""/>
          <p:cNvPicPr/>
          <p:nvPr/>
        </p:nvPicPr>
        <p:blipFill>
          <a:blip r:embed="rId1">
            <a:alphaModFix amt="90000"/>
          </a:blip>
          <a:stretch/>
        </p:blipFill>
        <p:spPr>
          <a:xfrm>
            <a:off x="13095360" y="4268880"/>
            <a:ext cx="5461920" cy="5528160"/>
          </a:xfrm>
          <a:prstGeom prst="rect">
            <a:avLst/>
          </a:prstGeom>
          <a:ln w="0">
            <a:noFill/>
          </a:ln>
        </p:spPr>
      </p:pic>
      <p:pic>
        <p:nvPicPr>
          <p:cNvPr id="756" name="Picture 10" descr=""/>
          <p:cNvPicPr/>
          <p:nvPr/>
        </p:nvPicPr>
        <p:blipFill>
          <a:blip r:embed="rId2">
            <a:alphaModFix amt="90000"/>
          </a:blip>
          <a:stretch/>
        </p:blipFill>
        <p:spPr>
          <a:xfrm>
            <a:off x="19288080" y="4268880"/>
            <a:ext cx="4864680" cy="5528160"/>
          </a:xfrm>
          <a:prstGeom prst="rect">
            <a:avLst/>
          </a:prstGeom>
          <a:ln w="0">
            <a:noFill/>
          </a:ln>
        </p:spPr>
      </p:pic>
      <p:grpSp>
        <p:nvGrpSpPr>
          <p:cNvPr id="757" name="Group 2"/>
          <p:cNvGrpSpPr/>
          <p:nvPr/>
        </p:nvGrpSpPr>
        <p:grpSpPr>
          <a:xfrm>
            <a:off x="165240" y="11520"/>
            <a:ext cx="2010240" cy="3164760"/>
            <a:chOff x="165240" y="11520"/>
            <a:chExt cx="2010240" cy="3164760"/>
          </a:xfrm>
        </p:grpSpPr>
        <p:pic>
          <p:nvPicPr>
            <p:cNvPr id="758" name="Picture 12" descr=""/>
            <p:cNvPicPr/>
            <p:nvPr/>
          </p:nvPicPr>
          <p:blipFill>
            <a:blip r:embed="rId3">
              <a:alphaModFix amt="90000"/>
            </a:blip>
            <a:stretch/>
          </p:blipFill>
          <p:spPr>
            <a:xfrm>
              <a:off x="210960" y="11520"/>
              <a:ext cx="1964520" cy="1850760"/>
            </a:xfrm>
            <a:prstGeom prst="rect">
              <a:avLst/>
            </a:prstGeom>
            <a:ln w="0">
              <a:noFill/>
            </a:ln>
          </p:spPr>
        </p:pic>
        <p:pic>
          <p:nvPicPr>
            <p:cNvPr id="759" name="Picture 13" descr=""/>
            <p:cNvPicPr/>
            <p:nvPr/>
          </p:nvPicPr>
          <p:blipFill>
            <a:blip r:embed="rId4">
              <a:alphaModFix amt="90000"/>
            </a:blip>
            <a:stretch/>
          </p:blipFill>
          <p:spPr>
            <a:xfrm>
              <a:off x="165240" y="1434960"/>
              <a:ext cx="1847880" cy="1741320"/>
            </a:xfrm>
            <a:prstGeom prst="rect">
              <a:avLst/>
            </a:prstGeom>
            <a:ln w="0">
              <a:noFill/>
            </a:ln>
          </p:spPr>
        </p:pic>
      </p:grpSp>
      <p:pic>
        <p:nvPicPr>
          <p:cNvPr id="760" name="Picture 15" descr=""/>
          <p:cNvPicPr/>
          <p:nvPr/>
        </p:nvPicPr>
        <p:blipFill>
          <a:blip r:embed="rId5">
            <a:alphaModFix amt="90000"/>
          </a:blip>
          <a:stretch/>
        </p:blipFill>
        <p:spPr>
          <a:xfrm>
            <a:off x="2059920" y="-214200"/>
            <a:ext cx="2302200" cy="2302200"/>
          </a:xfrm>
          <a:prstGeom prst="rect">
            <a:avLst/>
          </a:prstGeom>
          <a:ln w="0">
            <a:noFill/>
          </a:ln>
        </p:spPr>
      </p:pic>
      <p:pic>
        <p:nvPicPr>
          <p:cNvPr id="761" name="Picture 18" descr=""/>
          <p:cNvPicPr/>
          <p:nvPr/>
        </p:nvPicPr>
        <p:blipFill>
          <a:blip r:embed="rId6"/>
          <a:stretch/>
        </p:blipFill>
        <p:spPr>
          <a:xfrm>
            <a:off x="17784720" y="745920"/>
            <a:ext cx="5464800" cy="1146960"/>
          </a:xfrm>
          <a:prstGeom prst="rect">
            <a:avLst/>
          </a:prstGeom>
          <a:ln w="0">
            <a:noFill/>
          </a:ln>
        </p:spPr>
      </p:pic>
      <p:sp>
        <p:nvSpPr>
          <p:cNvPr id="762" name="Shape 66"/>
          <p:cNvSpPr/>
          <p:nvPr/>
        </p:nvSpPr>
        <p:spPr>
          <a:xfrm>
            <a:off x="2068920" y="6679080"/>
            <a:ext cx="7664040" cy="637920"/>
          </a:xfrm>
          <a:prstGeom prst="rect">
            <a:avLst/>
          </a:prstGeom>
          <a:solidFill>
            <a:srgbClr val="ffffff"/>
          </a:solidFill>
          <a:ln>
            <a:solidFill>
              <a:srgbClr val="61d836"/>
            </a:solidFill>
            <a:round/>
          </a:ln>
        </p:spPr>
        <p:style>
          <a:lnRef idx="2">
            <a:schemeClr val="accent3"/>
          </a:lnRef>
          <a:fillRef idx="1">
            <a:schemeClr val="lt1"/>
          </a:fillRef>
          <a:effectRef idx="0">
            <a:schemeClr val="accent3"/>
          </a:effectRef>
          <a:fontRef idx="minor"/>
        </p:style>
        <p:txBody>
          <a:bodyPr lIns="45720" rIns="45720" tIns="45000" bIns="45000" anchor="ctr">
            <a:spAutoFit/>
          </a:bodyPr>
          <a:p>
            <a:pPr algn="ctr">
              <a:lnSpc>
                <a:spcPct val="100000"/>
              </a:lnSpc>
              <a:tabLst>
                <a:tab algn="l" pos="0"/>
              </a:tabLst>
            </a:pPr>
            <a:r>
              <a:rPr b="0" lang="en-US" sz="3600" spc="-1" strike="noStrike">
                <a:solidFill>
                  <a:srgbClr val="8cb35f"/>
                </a:solidFill>
                <a:latin typeface="Aleo Bold"/>
                <a:ea typeface="Calibri"/>
              </a:rPr>
              <a:t>CONFIDENTIAL</a:t>
            </a:r>
            <a:endParaRPr b="0" lang="en-US" sz="3600" spc="-1" strike="noStrike">
              <a:solidFill>
                <a:srgbClr val="000000"/>
              </a:solidFill>
              <a:latin typeface="Arial"/>
            </a:endParaRPr>
          </a:p>
        </p:txBody>
      </p:sp>
      <p:sp>
        <p:nvSpPr>
          <p:cNvPr id="763" name="PlaceHolder 1"/>
          <p:cNvSpPr/>
          <p:nvPr/>
        </p:nvSpPr>
        <p:spPr>
          <a:xfrm>
            <a:off x="315360" y="3353400"/>
            <a:ext cx="23752080" cy="554400"/>
          </a:xfrm>
          <a:prstGeom prst="rect">
            <a:avLst/>
          </a:prstGeom>
          <a:noFill/>
          <a:ln w="12600">
            <a:noFill/>
          </a:ln>
        </p:spPr>
        <p:style>
          <a:lnRef idx="0"/>
          <a:fillRef idx="0"/>
          <a:effectRef idx="0"/>
          <a:fontRef idx="minor"/>
        </p:style>
        <p:txBody>
          <a:bodyPr lIns="72000" rIns="72000" tIns="72000" bIns="72000" anchor="ctr">
            <a:noAutofit/>
          </a:bodyPr>
          <a:p>
            <a:pPr>
              <a:lnSpc>
                <a:spcPct val="125000"/>
              </a:lnSpc>
              <a:tabLst>
                <a:tab algn="l" pos="0"/>
              </a:tabLst>
            </a:pPr>
            <a:r>
              <a:rPr b="1" lang="en-US" sz="3600" spc="-1" strike="noStrike">
                <a:solidFill>
                  <a:srgbClr val="8cb35f"/>
                </a:solidFill>
                <a:latin typeface="Aleo Bold"/>
                <a:ea typeface="Calibri"/>
              </a:rPr>
              <a:t>Serious Shea Senegal :</a:t>
            </a:r>
            <a:r>
              <a:rPr b="0" lang="en-US" sz="3600" spc="-1" strike="noStrike">
                <a:solidFill>
                  <a:srgbClr val="8cb35f"/>
                </a:solidFill>
                <a:latin typeface="Aleo Bold"/>
                <a:ea typeface="Calibri"/>
              </a:rPr>
              <a:t> Summary </a:t>
            </a:r>
            <a:r>
              <a:rPr b="0" lang="en-US" sz="3200" spc="-1" strike="noStrike">
                <a:solidFill>
                  <a:srgbClr val="8cb35f"/>
                </a:solidFill>
                <a:latin typeface="Aleo Bold"/>
                <a:ea typeface="Calibri"/>
              </a:rPr>
              <a:t>Business Model for the Great Green Wall </a:t>
            </a:r>
            <a:endParaRPr b="0" lang="en-US" sz="3200" spc="-1" strike="noStrike">
              <a:solidFill>
                <a:srgbClr val="000000"/>
              </a:solidFill>
              <a:latin typeface="Arial"/>
            </a:endParaRPr>
          </a:p>
        </p:txBody>
      </p:sp>
      <p:grpSp>
        <p:nvGrpSpPr>
          <p:cNvPr id="764" name="Group 64"/>
          <p:cNvGrpSpPr/>
          <p:nvPr/>
        </p:nvGrpSpPr>
        <p:grpSpPr>
          <a:xfrm>
            <a:off x="230400" y="10830960"/>
            <a:ext cx="23922360" cy="1829160"/>
            <a:chOff x="230400" y="10830960"/>
            <a:chExt cx="23922360" cy="1829160"/>
          </a:xfrm>
        </p:grpSpPr>
        <p:sp>
          <p:nvSpPr>
            <p:cNvPr id="765" name="Shape 24"/>
            <p:cNvSpPr/>
            <p:nvPr/>
          </p:nvSpPr>
          <p:spPr>
            <a:xfrm>
              <a:off x="230400" y="10830960"/>
              <a:ext cx="23922360" cy="1829160"/>
            </a:xfrm>
            <a:prstGeom prst="rect">
              <a:avLst/>
            </a:prstGeom>
            <a:solidFill>
              <a:srgbClr val="e6e6e6">
                <a:alpha val="90000"/>
              </a:srgbClr>
            </a:solidFill>
            <a:ln w="6480">
              <a:solidFill>
                <a:srgbClr val="0000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6" name="Shape 28"/>
            <p:cNvSpPr/>
            <p:nvPr/>
          </p:nvSpPr>
          <p:spPr>
            <a:xfrm>
              <a:off x="230400" y="11408400"/>
              <a:ext cx="23922360" cy="699120"/>
            </a:xfrm>
            <a:prstGeom prst="rect">
              <a:avLst/>
            </a:prstGeom>
            <a:noFill/>
            <a:ln w="12600">
              <a:noFill/>
            </a:ln>
          </p:spPr>
          <p:style>
            <a:lnRef idx="0"/>
            <a:fillRef idx="0"/>
            <a:effectRef idx="0"/>
            <a:fontRef idx="minor"/>
          </p:style>
          <p:txBody>
            <a:bodyPr numCol="1" spcCol="0" lIns="45720" rIns="45720" tIns="45000" bIns="45000" anchor="ctr">
              <a:spAutoFit/>
            </a:bodyPr>
            <a:p>
              <a:pPr algn="ctr">
                <a:lnSpc>
                  <a:spcPct val="100000"/>
                </a:lnSpc>
                <a:tabLst>
                  <a:tab algn="l" pos="0"/>
                </a:tabLst>
              </a:pPr>
              <a:r>
                <a:rPr b="0" lang="en-US" sz="2000" spc="-1" strike="noStrike">
                  <a:solidFill>
                    <a:srgbClr val="5a5a5a"/>
                  </a:solidFill>
                  <a:latin typeface="Lato"/>
                  <a:ea typeface="Lato"/>
                </a:rPr>
                <a:t>The content of this document has not been approved by an authorized person within the meaning of the Financial Services and Markets Act 2000. Reliance on this document for the purpose of engaging in any investment activity may expose an individual to significant risk of losing all of the property or other assets invested.</a:t>
              </a:r>
              <a:endParaRPr b="0" lang="en-US" sz="2000" spc="-1" strike="noStrike">
                <a:solidFill>
                  <a:srgbClr val="000000"/>
                </a:solidFill>
                <a:latin typeface="Arial"/>
              </a:endParaRPr>
            </a:p>
          </p:txBody>
        </p:sp>
      </p:grpSp>
      <p:pic>
        <p:nvPicPr>
          <p:cNvPr id="767" name="Picture 1" descr=""/>
          <p:cNvPicPr/>
          <p:nvPr/>
        </p:nvPicPr>
        <p:blipFill>
          <a:blip r:embed="rId7"/>
          <a:stretch/>
        </p:blipFill>
        <p:spPr>
          <a:xfrm>
            <a:off x="21031200" y="12885120"/>
            <a:ext cx="2839320" cy="593640"/>
          </a:xfrm>
          <a:prstGeom prst="rect">
            <a:avLst/>
          </a:prstGeom>
          <a:ln w="0">
            <a:noFill/>
          </a:ln>
        </p:spPr>
      </p:pic>
      <p:sp>
        <p:nvSpPr>
          <p:cNvPr id="768" name="TextBox 4"/>
          <p:cNvSpPr/>
          <p:nvPr/>
        </p:nvSpPr>
        <p:spPr>
          <a:xfrm>
            <a:off x="165240" y="13096800"/>
            <a:ext cx="2480040" cy="3333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tabLst>
                <a:tab algn="l" pos="0"/>
              </a:tabLst>
            </a:pPr>
            <a:r>
              <a:rPr b="0" lang="en-US" sz="1600" spc="-1" strike="noStrike">
                <a:solidFill>
                  <a:srgbClr val="151515"/>
                </a:solidFill>
                <a:latin typeface="Lato"/>
                <a:ea typeface="Lato"/>
              </a:rPr>
              <a:t>June 2023</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9" name="0 2"/>
          <p:cNvSpPr/>
          <p:nvPr/>
        </p:nvSpPr>
        <p:spPr>
          <a:xfrm>
            <a:off x="14650560" y="4876200"/>
            <a:ext cx="863280" cy="786960"/>
          </a:xfrm>
          <a:prstGeom prst="rect">
            <a:avLst/>
          </a:prstGeom>
          <a:noFill/>
          <a:ln w="12700">
            <a:noFill/>
          </a:ln>
        </p:spPr>
        <p:style>
          <a:lnRef idx="0"/>
          <a:fillRef idx="0"/>
          <a:effectRef idx="0"/>
          <a:fontRef idx="minor"/>
        </p:style>
        <p:txBody>
          <a:bodyPr wrap="none" lIns="50760" rIns="50760" tIns="50760" bIns="50760" anchor="ctr">
            <a:spAutoFit/>
          </a:bodyPr>
          <a:p>
            <a:pPr algn="ctr">
              <a:lnSpc>
                <a:spcPct val="100000"/>
              </a:lnSpc>
              <a:tabLst>
                <a:tab algn="l" pos="0"/>
              </a:tabLst>
            </a:pPr>
            <a:r>
              <a:rPr b="0" lang="en-US" sz="4500" spc="-1" strike="noStrike">
                <a:solidFill>
                  <a:srgbClr val="ffffff"/>
                </a:solidFill>
                <a:latin typeface="Aleo Bold"/>
                <a:ea typeface="Aleo Bold"/>
              </a:rPr>
              <a:t>02</a:t>
            </a:r>
            <a:endParaRPr b="0" lang="en-US" sz="4500" spc="-1" strike="noStrike">
              <a:solidFill>
                <a:srgbClr val="000000"/>
              </a:solidFill>
              <a:latin typeface="Arial"/>
            </a:endParaRPr>
          </a:p>
        </p:txBody>
      </p:sp>
      <p:sp>
        <p:nvSpPr>
          <p:cNvPr id="770" name="Freeform: Shape 3"/>
          <p:cNvSpPr/>
          <p:nvPr/>
        </p:nvSpPr>
        <p:spPr>
          <a:xfrm>
            <a:off x="14406480" y="8317080"/>
            <a:ext cx="582840" cy="1239840"/>
          </a:xfrm>
          <a:custGeom>
            <a:avLst/>
            <a:gdLst>
              <a:gd name="textAreaLeft" fmla="*/ 0 w 582840"/>
              <a:gd name="textAreaRight" fmla="*/ 583200 w 582840"/>
              <a:gd name="textAreaTop" fmla="*/ 0 h 1239840"/>
              <a:gd name="textAreaBottom" fmla="*/ 1240200 h 1239840"/>
            </a:gdLst>
            <a:ahLst/>
            <a:rect l="textAreaLeft" t="textAreaTop" r="textAreaRight" b="textAreaBottom"/>
            <a:pathLst>
              <a:path w="583995" h="1240813">
                <a:moveTo>
                  <a:pt x="437425" y="99685"/>
                </a:moveTo>
                <a:cubicBezTo>
                  <a:pt x="402251" y="159737"/>
                  <a:pt x="360169" y="214747"/>
                  <a:pt x="312182" y="263405"/>
                </a:cubicBezTo>
                <a:cubicBezTo>
                  <a:pt x="257743" y="296943"/>
                  <a:pt x="200261" y="324366"/>
                  <a:pt x="140637" y="345265"/>
                </a:cubicBezTo>
                <a:cubicBezTo>
                  <a:pt x="74896" y="381831"/>
                  <a:pt x="39821" y="461170"/>
                  <a:pt x="54865" y="539273"/>
                </a:cubicBezTo>
                <a:cubicBezTo>
                  <a:pt x="69507" y="586441"/>
                  <a:pt x="80179" y="634935"/>
                  <a:pt x="86745" y="684166"/>
                </a:cubicBezTo>
                <a:cubicBezTo>
                  <a:pt x="77545" y="732127"/>
                  <a:pt x="58333" y="777199"/>
                  <a:pt x="30575" y="815960"/>
                </a:cubicBezTo>
                <a:cubicBezTo>
                  <a:pt x="-24835" y="919922"/>
                  <a:pt x="9322" y="968219"/>
                  <a:pt x="22985" y="1077093"/>
                </a:cubicBezTo>
                <a:cubicBezTo>
                  <a:pt x="36648" y="1185967"/>
                  <a:pt x="73841" y="1199065"/>
                  <a:pt x="154300" y="1240813"/>
                </a:cubicBezTo>
                <a:cubicBezTo>
                  <a:pt x="234759" y="1211344"/>
                  <a:pt x="293965" y="1204795"/>
                  <a:pt x="327363" y="1116386"/>
                </a:cubicBezTo>
                <a:cubicBezTo>
                  <a:pt x="360761" y="1027977"/>
                  <a:pt x="388087" y="911736"/>
                  <a:pt x="417690" y="811048"/>
                </a:cubicBezTo>
                <a:cubicBezTo>
                  <a:pt x="453919" y="713963"/>
                  <a:pt x="483355" y="614085"/>
                  <a:pt x="505739" y="512259"/>
                </a:cubicBezTo>
                <a:cubicBezTo>
                  <a:pt x="516366" y="435311"/>
                  <a:pt x="519402" y="362456"/>
                  <a:pt x="530788" y="287144"/>
                </a:cubicBezTo>
                <a:lnTo>
                  <a:pt x="581644" y="305972"/>
                </a:lnTo>
                <a:cubicBezTo>
                  <a:pt x="590920" y="211178"/>
                  <a:pt x="572611" y="115631"/>
                  <a:pt x="529270" y="32560"/>
                </a:cubicBezTo>
                <a:cubicBezTo>
                  <a:pt x="463233" y="-52575"/>
                  <a:pt x="469305" y="50569"/>
                  <a:pt x="437425" y="99685"/>
                </a:cubicBezTo>
                <a:close/>
              </a:path>
            </a:pathLst>
          </a:custGeom>
          <a:solidFill>
            <a:schemeClr val="bg1"/>
          </a:solidFill>
          <a:ln w="75902">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71" name="Picture 22" descr=""/>
          <p:cNvPicPr/>
          <p:nvPr/>
        </p:nvPicPr>
        <p:blipFill>
          <a:blip r:embed="rId1"/>
          <a:stretch/>
        </p:blipFill>
        <p:spPr>
          <a:xfrm>
            <a:off x="21851280" y="13096800"/>
            <a:ext cx="2343240" cy="497160"/>
          </a:xfrm>
          <a:prstGeom prst="rect">
            <a:avLst/>
          </a:prstGeom>
          <a:ln w="0">
            <a:noFill/>
          </a:ln>
        </p:spPr>
      </p:pic>
      <p:pic>
        <p:nvPicPr>
          <p:cNvPr id="772" name="" descr=""/>
          <p:cNvPicPr/>
          <p:nvPr/>
        </p:nvPicPr>
        <p:blipFill>
          <a:blip r:embed="rId2"/>
          <a:stretch/>
        </p:blipFill>
        <p:spPr>
          <a:xfrm>
            <a:off x="0" y="12600"/>
            <a:ext cx="24383880" cy="13715280"/>
          </a:xfrm>
          <a:prstGeom prst="rect">
            <a:avLst/>
          </a:prstGeom>
          <a:ln w="0">
            <a:noFill/>
          </a:ln>
        </p:spPr>
      </p:pic>
      <p:sp>
        <p:nvSpPr>
          <p:cNvPr id="773" name="Shape 1"/>
          <p:cNvSpPr/>
          <p:nvPr/>
        </p:nvSpPr>
        <p:spPr>
          <a:xfrm>
            <a:off x="-9360" y="320040"/>
            <a:ext cx="24405120" cy="637920"/>
          </a:xfrm>
          <a:prstGeom prst="rect">
            <a:avLst/>
          </a:prstGeom>
          <a:solidFill>
            <a:srgbClr val="8cb35f">
              <a:alpha val="90000"/>
            </a:srgbClr>
          </a:solidFill>
          <a:ln w="12600">
            <a:solidFill>
              <a:srgbClr val="ffffff"/>
            </a:solidFill>
            <a:round/>
          </a:ln>
        </p:spPr>
        <p:style>
          <a:lnRef idx="0"/>
          <a:fillRef idx="0"/>
          <a:effectRef idx="0"/>
          <a:fontRef idx="minor"/>
        </p:style>
        <p:txBody>
          <a:bodyPr numCol="1" spcCol="0" lIns="45720" rIns="45720" tIns="45000" bIns="45000" anchor="ctr">
            <a:spAutoFit/>
          </a:bodyPr>
          <a:p>
            <a:pPr>
              <a:lnSpc>
                <a:spcPct val="100000"/>
              </a:lnSpc>
              <a:tabLst>
                <a:tab algn="l" pos="0"/>
              </a:tabLst>
            </a:pPr>
            <a:r>
              <a:rPr b="0" lang="en-US" sz="3600" spc="-1" strike="noStrike">
                <a:solidFill>
                  <a:srgbClr val="ffffff"/>
                </a:solidFill>
                <a:latin typeface="Aleo Bold"/>
                <a:ea typeface="Arial"/>
              </a:rPr>
              <a:t>  </a:t>
            </a:r>
            <a:r>
              <a:rPr b="0" lang="en-US" sz="3600" spc="-1" strike="noStrike">
                <a:solidFill>
                  <a:srgbClr val="ffffff"/>
                </a:solidFill>
                <a:latin typeface="Aleo Bold"/>
                <a:ea typeface="Arial"/>
              </a:rPr>
              <a:t>1. INTRODUCTION TO SERIOUS SHEA &amp; THE GREAT GREEN WALL </a:t>
            </a:r>
            <a:endParaRPr b="0" lang="en-US" sz="3600" spc="-1" strike="noStrike">
              <a:solidFill>
                <a:srgbClr val="000000"/>
              </a:solidFill>
              <a:latin typeface="Arial"/>
            </a:endParaRPr>
          </a:p>
        </p:txBody>
      </p:sp>
      <p:pic>
        <p:nvPicPr>
          <p:cNvPr id="774" name="Picture 8" descr=""/>
          <p:cNvPicPr/>
          <p:nvPr/>
        </p:nvPicPr>
        <p:blipFill>
          <a:blip r:embed="rId3">
            <a:extLst>
              <a:ext uri="{BEBA8EAE-BF5A-486C-A8C5-ECC9F3942E4B}">
                <a14:imgProps xmlns:a14="http://schemas.microsoft.com/office/drawing/2010/main">
                  <a14:imgLayer r:embed="rId4">
                    <a14:imgEffect>
                      <a14:sharpenSoften amount="-100000"/>
                    </a14:imgEffect>
                  </a14:imgLayer>
                </a14:imgProps>
              </a:ext>
            </a:extLst>
          </a:blip>
          <a:srcRect l="7883" t="2880" r="7414" b="0"/>
          <a:stretch/>
        </p:blipFill>
        <p:spPr>
          <a:xfrm>
            <a:off x="19971360" y="4565160"/>
            <a:ext cx="3863880" cy="4349520"/>
          </a:xfrm>
          <a:prstGeom prst="rect">
            <a:avLst/>
          </a:prstGeom>
          <a:ln w="0">
            <a:noFill/>
          </a:ln>
        </p:spPr>
      </p:pic>
      <p:sp>
        <p:nvSpPr>
          <p:cNvPr id="775" name="Circle 2"/>
          <p:cNvSpPr/>
          <p:nvPr/>
        </p:nvSpPr>
        <p:spPr>
          <a:xfrm>
            <a:off x="33120" y="1225080"/>
            <a:ext cx="1287360" cy="1269000"/>
          </a:xfrm>
          <a:prstGeom prst="ellipse">
            <a:avLst/>
          </a:prstGeom>
          <a:solidFill>
            <a:schemeClr val="accent1"/>
          </a:solidFill>
          <a:ln w="1270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76" name="0 1"/>
          <p:cNvSpPr/>
          <p:nvPr/>
        </p:nvSpPr>
        <p:spPr>
          <a:xfrm>
            <a:off x="165600" y="1394280"/>
            <a:ext cx="1010880" cy="786960"/>
          </a:xfrm>
          <a:prstGeom prst="rect">
            <a:avLst/>
          </a:prstGeom>
          <a:noFill/>
          <a:ln w="12700">
            <a:noFill/>
          </a:ln>
        </p:spPr>
        <p:style>
          <a:lnRef idx="0"/>
          <a:fillRef idx="0"/>
          <a:effectRef idx="0"/>
          <a:fontRef idx="minor"/>
        </p:style>
        <p:txBody>
          <a:bodyPr lIns="50760" rIns="50760" tIns="50760" bIns="50760" anchor="ctr">
            <a:spAutoFit/>
          </a:bodyPr>
          <a:p>
            <a:pPr algn="ctr">
              <a:lnSpc>
                <a:spcPct val="100000"/>
              </a:lnSpc>
              <a:tabLst>
                <a:tab algn="l" pos="0"/>
              </a:tabLst>
            </a:pPr>
            <a:r>
              <a:rPr b="0" lang="en-US" sz="4500" spc="-1" strike="noStrike">
                <a:solidFill>
                  <a:srgbClr val="ffffff"/>
                </a:solidFill>
                <a:latin typeface="Aleo Bold"/>
                <a:ea typeface="Aleo Bold"/>
              </a:rPr>
              <a:t>01</a:t>
            </a:r>
            <a:endParaRPr b="0" lang="en-US" sz="4500" spc="-1" strike="noStrike">
              <a:solidFill>
                <a:srgbClr val="000000"/>
              </a:solidFill>
              <a:latin typeface="Arial"/>
            </a:endParaRPr>
          </a:p>
        </p:txBody>
      </p:sp>
      <p:sp>
        <p:nvSpPr>
          <p:cNvPr id="777" name="Lorem ipsum dolor sit amet, consectetur adipiscing elit. Nam maximus metus consequat ligula venenatis aliquet. Nam eu porta neque, eget auctor lectus. Pellentesque interdum libero a lorem vulputate, et congue velit rutrum. Ut dictum nisl vel ante accumsa 1"/>
          <p:cNvSpPr/>
          <p:nvPr/>
        </p:nvSpPr>
        <p:spPr>
          <a:xfrm>
            <a:off x="1534680" y="765360"/>
            <a:ext cx="22467600" cy="3687480"/>
          </a:xfrm>
          <a:prstGeom prst="rect">
            <a:avLst/>
          </a:prstGeom>
          <a:solidFill>
            <a:srgbClr val="8cb35f">
              <a:alpha val="41000"/>
            </a:srgbClr>
          </a:solidFill>
          <a:ln w="12700">
            <a:noFill/>
          </a:ln>
        </p:spPr>
        <p:style>
          <a:lnRef idx="0"/>
          <a:fillRef idx="0"/>
          <a:effectRef idx="0"/>
          <a:fontRef idx="minor"/>
        </p:style>
        <p:txBody>
          <a:bodyPr lIns="50760" rIns="50760" tIns="50760" bIns="50760" anchor="t">
            <a:spAutoFit/>
          </a:bodyPr>
          <a:p>
            <a:pPr>
              <a:lnSpc>
                <a:spcPct val="100000"/>
              </a:lnSpc>
              <a:tabLst>
                <a:tab algn="l" pos="0"/>
              </a:tabLst>
            </a:pPr>
            <a:endParaRPr b="0" lang="en-US" sz="2800" spc="-1" strike="noStrike">
              <a:solidFill>
                <a:srgbClr val="000000"/>
              </a:solidFill>
              <a:latin typeface="Arial"/>
            </a:endParaRPr>
          </a:p>
          <a:p>
            <a:pPr>
              <a:lnSpc>
                <a:spcPct val="100000"/>
              </a:lnSpc>
              <a:tabLst>
                <a:tab algn="l" pos="0"/>
              </a:tabLst>
            </a:pPr>
            <a:r>
              <a:rPr b="1" lang="en-US" sz="2800" spc="-1" strike="noStrike" baseline="50000">
                <a:solidFill>
                  <a:srgbClr val="ffffff"/>
                </a:solidFill>
                <a:latin typeface="Arial"/>
                <a:ea typeface="Lato"/>
              </a:rPr>
              <a:t>Since 2007 Africa has been united in building the Great Green Wall — an 8,000 kilometer strip of reforested land across the continent from Senegal to Djibouti and the biggest living natural wonder in the world. The initiative is planting trees along this 3 million km2, semi-arid ecological transition zone, called the Sahel, to act as a buffer to prevent the Sahara Desert from expanding south. Combating desertification and land degradation will enable the local people to work their lands, providing food security, jobs, and a reason to stay for the millions who live along this tree wall. Within the Sahel Region, the Great Green Wall Initiative is initially focusing on the most urgent areas that are at highest risk of desertification or have the highest potential for preventing the spread of desertification while at the same time improving conditions for the local communities.</a:t>
            </a:r>
            <a:endParaRPr b="0" lang="en-US" sz="2800" spc="-1" strike="noStrike">
              <a:solidFill>
                <a:srgbClr val="000000"/>
              </a:solidFill>
              <a:latin typeface="Arial"/>
            </a:endParaRPr>
          </a:p>
          <a:p>
            <a:pPr>
              <a:lnSpc>
                <a:spcPct val="100000"/>
              </a:lnSpc>
              <a:tabLst>
                <a:tab algn="l" pos="0"/>
              </a:tabLst>
            </a:pPr>
            <a:endParaRPr b="0" lang="en-US" sz="2800" spc="-1" strike="noStrike">
              <a:solidFill>
                <a:srgbClr val="000000"/>
              </a:solidFill>
              <a:latin typeface="Arial"/>
            </a:endParaRPr>
          </a:p>
          <a:p>
            <a:pPr>
              <a:lnSpc>
                <a:spcPct val="100000"/>
              </a:lnSpc>
              <a:tabLst>
                <a:tab algn="l" pos="0"/>
              </a:tabLst>
            </a:pPr>
            <a:r>
              <a:rPr b="1" lang="en-US" sz="2800" spc="-1" strike="noStrike" baseline="50000">
                <a:solidFill>
                  <a:srgbClr val="ffffff"/>
                </a:solidFill>
                <a:latin typeface="Arial"/>
                <a:ea typeface="Lato"/>
              </a:rPr>
              <a:t>A decade since starting The Great Green Wall initiative is only 15% underway. Support from within Africa and the World is urgent for climate resilience, for nature and for communities. The transition to clean energy is critical so the trees planted do not end up as charcoal from burning wood fuel for food processing and in kitchens  and  so added value processing remains in the region to boost the rural economy with action to protect the native forests.</a:t>
            </a:r>
            <a:endParaRPr b="0" lang="en-US" sz="2800" spc="-1" strike="noStrike">
              <a:solidFill>
                <a:srgbClr val="000000"/>
              </a:solidFill>
              <a:latin typeface="Arial"/>
            </a:endParaRPr>
          </a:p>
        </p:txBody>
      </p:sp>
      <p:sp>
        <p:nvSpPr>
          <p:cNvPr id="778" name="Lorem ipsum dolor sit amet, consectetur adipiscing elit. Nam maximus metus consequat ligula venenatis aliquet. Nam eu porta neque, eget auctor lectus. Pellentesque interdum libero a lorem vulputate, et congue velit rutrum. Ut dictum nisl vel ante accumsa 2"/>
          <p:cNvSpPr/>
          <p:nvPr/>
        </p:nvSpPr>
        <p:spPr>
          <a:xfrm>
            <a:off x="1515600" y="4500000"/>
            <a:ext cx="10972080" cy="9977760"/>
          </a:xfrm>
          <a:prstGeom prst="rect">
            <a:avLst/>
          </a:prstGeom>
          <a:solidFill>
            <a:srgbClr val="8cb35f">
              <a:alpha val="41000"/>
            </a:srgbClr>
          </a:solidFill>
          <a:ln w="12700">
            <a:noFill/>
          </a:ln>
        </p:spPr>
        <p:style>
          <a:lnRef idx="0"/>
          <a:fillRef idx="0"/>
          <a:effectRef idx="0"/>
          <a:fontRef idx="minor"/>
        </p:style>
        <p:txBody>
          <a:bodyPr lIns="50760" rIns="50760" tIns="50760" bIns="50760" anchor="t">
            <a:spAutoFit/>
          </a:bodyPr>
          <a:p>
            <a:pPr>
              <a:lnSpc>
                <a:spcPct val="100000"/>
              </a:lnSpc>
              <a:tabLst>
                <a:tab algn="l" pos="0"/>
              </a:tabLst>
            </a:pPr>
            <a:endParaRPr b="0" lang="en-US" sz="2800" spc="-1" strike="noStrike">
              <a:solidFill>
                <a:srgbClr val="000000"/>
              </a:solidFill>
              <a:latin typeface="Arial"/>
            </a:endParaRPr>
          </a:p>
          <a:p>
            <a:pPr>
              <a:lnSpc>
                <a:spcPct val="100000"/>
              </a:lnSpc>
              <a:tabLst>
                <a:tab algn="l" pos="0"/>
              </a:tabLst>
            </a:pPr>
            <a:r>
              <a:rPr b="0" lang="en-US" sz="2800" spc="-1" strike="noStrike" baseline="50000">
                <a:solidFill>
                  <a:srgbClr val="ffffff"/>
                </a:solidFill>
                <a:latin typeface="Lato"/>
                <a:ea typeface="Lato"/>
              </a:rPr>
              <a:t>The Great Green Wall Regeneration, Deforestation-free, Zero-carbon Value Chain Business Model as proposed by Serious Shea Senegal, won the United Nations and World Economic Forum endorsed TRILLION TREES SAHEL and GREAT GREEN WALL CHALLENGE in 2021 as a TOP INNOVATOR which is leading the way. After 2 years of feasibility studies, technical preparations, and building linkages between the private sector, local communities, the public sector and international investors, Serious Shea has launched its Great Green Wall Challenge starting from Senegal in the western most part of the Sahel.</a:t>
            </a:r>
            <a:endParaRPr b="0" lang="en-US" sz="2800" spc="-1" strike="noStrike">
              <a:solidFill>
                <a:srgbClr val="000000"/>
              </a:solidFill>
              <a:latin typeface="Arial"/>
            </a:endParaRPr>
          </a:p>
          <a:p>
            <a:pPr>
              <a:lnSpc>
                <a:spcPct val="100000"/>
              </a:lnSpc>
              <a:tabLst>
                <a:tab algn="l" pos="0"/>
              </a:tabLst>
            </a:pPr>
            <a:endParaRPr b="0" lang="en-US" sz="2800" spc="-1" strike="noStrike">
              <a:solidFill>
                <a:srgbClr val="000000"/>
              </a:solidFill>
              <a:latin typeface="Arial"/>
            </a:endParaRPr>
          </a:p>
          <a:p>
            <a:pPr>
              <a:lnSpc>
                <a:spcPct val="100000"/>
              </a:lnSpc>
              <a:tabLst>
                <a:tab algn="l" pos="0"/>
              </a:tabLst>
            </a:pPr>
            <a:r>
              <a:rPr b="0" lang="en-US" sz="2800" spc="-1" strike="noStrike" baseline="50000">
                <a:solidFill>
                  <a:srgbClr val="ffffff"/>
                </a:solidFill>
                <a:latin typeface="Lato"/>
                <a:ea typeface="Lato"/>
              </a:rPr>
              <a:t>Serious Shea Senegal’s innovative approach is:</a:t>
            </a:r>
            <a:endParaRPr b="0" lang="en-US" sz="2800" spc="-1" strike="noStrike">
              <a:solidFill>
                <a:srgbClr val="000000"/>
              </a:solidFill>
              <a:latin typeface="Arial"/>
            </a:endParaRPr>
          </a:p>
          <a:p>
            <a:pPr marL="457200" indent="-457200">
              <a:lnSpc>
                <a:spcPct val="100000"/>
              </a:lnSpc>
              <a:buClr>
                <a:srgbClr val="ffffff"/>
              </a:buClr>
              <a:buFont typeface="Arial"/>
              <a:buChar char="•"/>
              <a:tabLst>
                <a:tab algn="l" pos="0"/>
              </a:tabLst>
            </a:pPr>
            <a:r>
              <a:rPr b="0" lang="en-US" sz="2800" spc="-1" strike="noStrike" baseline="50000">
                <a:solidFill>
                  <a:srgbClr val="ffffff"/>
                </a:solidFill>
                <a:latin typeface="Lato"/>
                <a:ea typeface="Lato"/>
              </a:rPr>
              <a:t>Science based</a:t>
            </a:r>
            <a:endParaRPr b="0" lang="en-US" sz="2800" spc="-1" strike="noStrike">
              <a:solidFill>
                <a:srgbClr val="000000"/>
              </a:solidFill>
              <a:latin typeface="Arial"/>
            </a:endParaRPr>
          </a:p>
          <a:p>
            <a:pPr marL="457200" indent="-457200">
              <a:lnSpc>
                <a:spcPct val="100000"/>
              </a:lnSpc>
              <a:buClr>
                <a:srgbClr val="ffffff"/>
              </a:buClr>
              <a:buFont typeface="Arial"/>
              <a:buChar char="•"/>
              <a:tabLst>
                <a:tab algn="l" pos="0"/>
              </a:tabLst>
            </a:pPr>
            <a:r>
              <a:rPr b="0" lang="en-US" sz="2800" spc="-1" strike="noStrike" baseline="50000">
                <a:solidFill>
                  <a:srgbClr val="ffffff"/>
                </a:solidFill>
                <a:latin typeface="Lato"/>
                <a:ea typeface="Lato"/>
              </a:rPr>
              <a:t>Socially inclusive</a:t>
            </a:r>
            <a:endParaRPr b="0" lang="en-US" sz="2800" spc="-1" strike="noStrike">
              <a:solidFill>
                <a:srgbClr val="000000"/>
              </a:solidFill>
              <a:latin typeface="Arial"/>
            </a:endParaRPr>
          </a:p>
          <a:p>
            <a:pPr marL="457200" indent="-457200">
              <a:lnSpc>
                <a:spcPct val="100000"/>
              </a:lnSpc>
              <a:buClr>
                <a:srgbClr val="ffffff"/>
              </a:buClr>
              <a:buFont typeface="Arial"/>
              <a:buChar char="•"/>
              <a:tabLst>
                <a:tab algn="l" pos="0"/>
              </a:tabLst>
            </a:pPr>
            <a:r>
              <a:rPr b="0" lang="en-US" sz="2800" spc="-1" strike="noStrike" baseline="50000">
                <a:solidFill>
                  <a:srgbClr val="ffffff"/>
                </a:solidFill>
                <a:latin typeface="Lato"/>
                <a:ea typeface="Lato"/>
              </a:rPr>
              <a:t>Partnership based</a:t>
            </a:r>
            <a:endParaRPr b="0" lang="en-US" sz="2800" spc="-1" strike="noStrike">
              <a:solidFill>
                <a:srgbClr val="000000"/>
              </a:solidFill>
              <a:latin typeface="Arial"/>
            </a:endParaRPr>
          </a:p>
          <a:p>
            <a:pPr marL="457200" indent="-457200">
              <a:lnSpc>
                <a:spcPct val="100000"/>
              </a:lnSpc>
              <a:buClr>
                <a:srgbClr val="ffffff"/>
              </a:buClr>
              <a:buFont typeface="Arial"/>
              <a:buChar char="•"/>
              <a:tabLst>
                <a:tab algn="l" pos="0"/>
              </a:tabLst>
            </a:pPr>
            <a:r>
              <a:rPr b="0" lang="en-US" sz="2800" spc="-1" strike="noStrike" baseline="50000">
                <a:solidFill>
                  <a:srgbClr val="ffffff"/>
                </a:solidFill>
                <a:latin typeface="Lato"/>
                <a:ea typeface="Lato"/>
              </a:rPr>
              <a:t>Built on local skills development;</a:t>
            </a:r>
            <a:endParaRPr b="0" lang="en-US" sz="2800" spc="-1" strike="noStrike">
              <a:solidFill>
                <a:srgbClr val="000000"/>
              </a:solidFill>
              <a:latin typeface="Arial"/>
            </a:endParaRPr>
          </a:p>
          <a:p>
            <a:pPr marL="457200" indent="-457200">
              <a:lnSpc>
                <a:spcPct val="100000"/>
              </a:lnSpc>
              <a:buClr>
                <a:srgbClr val="ffffff"/>
              </a:buClr>
              <a:buFont typeface="Arial"/>
              <a:buChar char="•"/>
              <a:tabLst>
                <a:tab algn="l" pos="0"/>
              </a:tabLst>
            </a:pPr>
            <a:r>
              <a:rPr b="0" lang="en-US" sz="2800" spc="-1" strike="noStrike" baseline="50000">
                <a:solidFill>
                  <a:srgbClr val="ffffff"/>
                </a:solidFill>
                <a:latin typeface="Lato"/>
                <a:ea typeface="Lato"/>
              </a:rPr>
              <a:t>Well managed with people and technology.</a:t>
            </a:r>
            <a:endParaRPr b="0" lang="en-US" sz="2800" spc="-1" strike="noStrike">
              <a:solidFill>
                <a:srgbClr val="000000"/>
              </a:solidFill>
              <a:latin typeface="Arial"/>
            </a:endParaRPr>
          </a:p>
          <a:p>
            <a:pPr>
              <a:lnSpc>
                <a:spcPct val="100000"/>
              </a:lnSpc>
              <a:tabLst>
                <a:tab algn="l" pos="0"/>
              </a:tabLst>
            </a:pPr>
            <a:endParaRPr b="0" lang="en-US" sz="2800" spc="-1" strike="noStrike">
              <a:solidFill>
                <a:srgbClr val="000000"/>
              </a:solidFill>
              <a:latin typeface="Arial"/>
            </a:endParaRPr>
          </a:p>
          <a:p>
            <a:pPr>
              <a:lnSpc>
                <a:spcPct val="100000"/>
              </a:lnSpc>
              <a:tabLst>
                <a:tab algn="l" pos="0"/>
              </a:tabLst>
            </a:pPr>
            <a:r>
              <a:rPr b="0" lang="en-US" sz="2800" spc="-1" strike="noStrike" baseline="50000">
                <a:solidFill>
                  <a:srgbClr val="ffffff"/>
                </a:solidFill>
                <a:latin typeface="Lato"/>
                <a:ea typeface="Lato"/>
              </a:rPr>
              <a:t>Management technologies include clean energy processing, Circular Economy waste recycling for biogas and soil conditioners, soil water retention gels, QR coded supply chain, planet.org/nicfi satellite land-use &amp; carbon information, drone data verification, Chain Zy (aka Blockchain) time stamp so financial and ESG information cannot be altered. </a:t>
            </a:r>
            <a:endParaRPr b="0" lang="en-US" sz="2800" spc="-1" strike="noStrike">
              <a:solidFill>
                <a:srgbClr val="000000"/>
              </a:solidFill>
              <a:latin typeface="Arial"/>
            </a:endParaRPr>
          </a:p>
          <a:p>
            <a:pPr>
              <a:lnSpc>
                <a:spcPct val="100000"/>
              </a:lnSpc>
              <a:tabLst>
                <a:tab algn="l" pos="0"/>
              </a:tabLst>
            </a:pPr>
            <a:endParaRPr b="0" lang="en-US" sz="2800" spc="-1" strike="noStrike">
              <a:solidFill>
                <a:srgbClr val="000000"/>
              </a:solidFill>
              <a:latin typeface="Arial"/>
            </a:endParaRPr>
          </a:p>
          <a:p>
            <a:pPr>
              <a:lnSpc>
                <a:spcPct val="100000"/>
              </a:lnSpc>
              <a:tabLst>
                <a:tab algn="l" pos="0"/>
              </a:tabLst>
            </a:pPr>
            <a:endParaRPr b="0" lang="en-US" sz="2800" spc="-1" strike="noStrike">
              <a:solidFill>
                <a:srgbClr val="000000"/>
              </a:solidFill>
              <a:latin typeface="Arial"/>
            </a:endParaRPr>
          </a:p>
        </p:txBody>
      </p:sp>
      <p:sp>
        <p:nvSpPr>
          <p:cNvPr id="779" name="Circle 1"/>
          <p:cNvSpPr/>
          <p:nvPr/>
        </p:nvSpPr>
        <p:spPr>
          <a:xfrm>
            <a:off x="101880" y="4794480"/>
            <a:ext cx="1269000" cy="1269000"/>
          </a:xfrm>
          <a:prstGeom prst="ellipse">
            <a:avLst/>
          </a:prstGeom>
          <a:solidFill>
            <a:schemeClr val="accent1"/>
          </a:solidFill>
          <a:ln w="1270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0" name="0 3"/>
          <p:cNvSpPr/>
          <p:nvPr/>
        </p:nvSpPr>
        <p:spPr>
          <a:xfrm>
            <a:off x="315720" y="5012640"/>
            <a:ext cx="863280" cy="786960"/>
          </a:xfrm>
          <a:prstGeom prst="rect">
            <a:avLst/>
          </a:prstGeom>
          <a:noFill/>
          <a:ln w="12700">
            <a:noFill/>
          </a:ln>
        </p:spPr>
        <p:style>
          <a:lnRef idx="0"/>
          <a:fillRef idx="0"/>
          <a:effectRef idx="0"/>
          <a:fontRef idx="minor"/>
        </p:style>
        <p:txBody>
          <a:bodyPr wrap="none" lIns="50760" rIns="50760" tIns="50760" bIns="50760" anchor="ctr">
            <a:spAutoFit/>
          </a:bodyPr>
          <a:p>
            <a:pPr algn="ctr">
              <a:lnSpc>
                <a:spcPct val="100000"/>
              </a:lnSpc>
              <a:tabLst>
                <a:tab algn="l" pos="0"/>
              </a:tabLst>
            </a:pPr>
            <a:r>
              <a:rPr b="0" lang="en-US" sz="4500" spc="-1" strike="noStrike">
                <a:solidFill>
                  <a:srgbClr val="ffffff"/>
                </a:solidFill>
                <a:latin typeface="Aleo Bold"/>
                <a:ea typeface="Aleo Bold"/>
              </a:rPr>
              <a:t>02</a:t>
            </a:r>
            <a:endParaRPr b="0" lang="en-US" sz="4500" spc="-1" strike="noStrike">
              <a:solidFill>
                <a:srgbClr val="000000"/>
              </a:solidFill>
              <a:latin typeface="Arial"/>
            </a:endParaRPr>
          </a:p>
        </p:txBody>
      </p:sp>
      <p:pic>
        <p:nvPicPr>
          <p:cNvPr id="781" name="Picture 9" descr=""/>
          <p:cNvPicPr/>
          <p:nvPr/>
        </p:nvPicPr>
        <p:blipFill>
          <a:blip r:embed="rId5"/>
          <a:stretch/>
        </p:blipFill>
        <p:spPr>
          <a:xfrm>
            <a:off x="12200400" y="5029200"/>
            <a:ext cx="4966560" cy="3318480"/>
          </a:xfrm>
          <a:prstGeom prst="rect">
            <a:avLst/>
          </a:prstGeom>
          <a:ln w="0">
            <a:noFill/>
          </a:ln>
        </p:spPr>
      </p:pic>
      <p:sp>
        <p:nvSpPr>
          <p:cNvPr id="782" name="Freeform: Shape 1"/>
          <p:cNvSpPr/>
          <p:nvPr/>
        </p:nvSpPr>
        <p:spPr>
          <a:xfrm>
            <a:off x="16540920" y="4725360"/>
            <a:ext cx="3428280" cy="2429280"/>
          </a:xfrm>
          <a:custGeom>
            <a:avLst/>
            <a:gdLst>
              <a:gd name="textAreaLeft" fmla="*/ 0 w 3428280"/>
              <a:gd name="textAreaRight" fmla="*/ 3428640 w 3428280"/>
              <a:gd name="textAreaTop" fmla="*/ 0 h 2429280"/>
              <a:gd name="textAreaBottom" fmla="*/ 2429640 h 242928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rgbClr val="8cb35f">
              <a:alpha val="90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83" name="Picture 11" descr=""/>
          <p:cNvPicPr/>
          <p:nvPr/>
        </p:nvPicPr>
        <p:blipFill>
          <a:blip r:embed="rId6"/>
          <a:stretch/>
        </p:blipFill>
        <p:spPr>
          <a:xfrm>
            <a:off x="16459200" y="5364360"/>
            <a:ext cx="3207960" cy="1120320"/>
          </a:xfrm>
          <a:prstGeom prst="rect">
            <a:avLst/>
          </a:prstGeom>
          <a:ln w="0">
            <a:noFill/>
          </a:ln>
        </p:spPr>
      </p:pic>
      <p:sp>
        <p:nvSpPr>
          <p:cNvPr id="784" name="TextBox 1"/>
          <p:cNvSpPr/>
          <p:nvPr/>
        </p:nvSpPr>
        <p:spPr>
          <a:xfrm>
            <a:off x="11833920" y="8174160"/>
            <a:ext cx="5739120" cy="638280"/>
          </a:xfrm>
          <a:prstGeom prst="rect">
            <a:avLst/>
          </a:prstGeom>
          <a:noFill/>
          <a:ln w="12600">
            <a:noFill/>
          </a:ln>
        </p:spPr>
        <p:style>
          <a:lnRef idx="0"/>
          <a:fillRef idx="0"/>
          <a:effectRef idx="0"/>
          <a:fontRef idx="minor"/>
        </p:style>
        <p:txBody>
          <a:bodyPr numCol="1" spcCol="38160" lIns="45720" rIns="45720" tIns="45000" bIns="45000" anchor="t">
            <a:spAutoFit/>
          </a:bodyPr>
          <a:p>
            <a:pPr algn="ctr">
              <a:lnSpc>
                <a:spcPct val="200000"/>
              </a:lnSpc>
              <a:tabLst>
                <a:tab algn="l" pos="0"/>
              </a:tabLst>
            </a:pPr>
            <a:r>
              <a:rPr b="1" lang="en-AE" sz="1800" spc="-1" strike="noStrike">
                <a:solidFill>
                  <a:srgbClr val="ffffff"/>
                </a:solidFill>
                <a:latin typeface="Lato"/>
                <a:ea typeface="Lato"/>
              </a:rPr>
              <a:t>   </a:t>
            </a:r>
            <a:r>
              <a:rPr b="1" lang="en-AE" sz="1400" spc="-1" strike="noStrike">
                <a:solidFill>
                  <a:srgbClr val="ffffff"/>
                </a:solidFill>
                <a:latin typeface="Lato"/>
                <a:ea typeface="Lato"/>
              </a:rPr>
              <a:t> </a:t>
            </a:r>
            <a:r>
              <a:rPr b="1" lang="en-AE" sz="1400" spc="-1" strike="noStrike">
                <a:solidFill>
                  <a:srgbClr val="ffffff"/>
                </a:solidFill>
                <a:latin typeface="Lato"/>
                <a:ea typeface="Lato"/>
              </a:rPr>
              <a:t>Köppen-Geiger Climate Classification </a:t>
            </a:r>
            <a:endParaRPr b="0" lang="en-US" sz="1400" spc="-1" strike="noStrike">
              <a:solidFill>
                <a:srgbClr val="000000"/>
              </a:solidFill>
              <a:latin typeface="Arial"/>
            </a:endParaRPr>
          </a:p>
        </p:txBody>
      </p:sp>
      <p:sp>
        <p:nvSpPr>
          <p:cNvPr id="785" name="Rectangle 1"/>
          <p:cNvSpPr/>
          <p:nvPr/>
        </p:nvSpPr>
        <p:spPr>
          <a:xfrm>
            <a:off x="12862800" y="9212400"/>
            <a:ext cx="11125080" cy="3359880"/>
          </a:xfrm>
          <a:prstGeom prst="rect">
            <a:avLst/>
          </a:prstGeom>
          <a:solidFill>
            <a:srgbClr val="8cb35f">
              <a:alpha val="41000"/>
            </a:srgbClr>
          </a:solidFill>
          <a:ln w="0">
            <a:noFill/>
          </a:ln>
        </p:spPr>
        <p:style>
          <a:lnRef idx="0"/>
          <a:fillRef idx="0"/>
          <a:effectRef idx="0"/>
          <a:fontRef idx="minor"/>
        </p:style>
        <p:txBody>
          <a:bodyPr lIns="90000" rIns="90000" tIns="45000" bIns="45000" anchor="t">
            <a:noAutofit/>
          </a:bodyPr>
          <a:p>
            <a:pPr>
              <a:lnSpc>
                <a:spcPct val="100000"/>
              </a:lnSpc>
              <a:tabLst>
                <a:tab algn="l" pos="0"/>
              </a:tabLst>
            </a:pPr>
            <a:r>
              <a:rPr b="1" lang="en-US" sz="2000" spc="-1" strike="noStrike">
                <a:solidFill>
                  <a:srgbClr val="ffffff"/>
                </a:solidFill>
                <a:latin typeface="Lato"/>
                <a:ea typeface="Lato"/>
              </a:rPr>
              <a:t> </a:t>
            </a:r>
            <a:endParaRPr b="0" lang="en-US" sz="2000" spc="-1" strike="noStrike">
              <a:solidFill>
                <a:srgbClr val="000000"/>
              </a:solidFill>
              <a:latin typeface="Arial"/>
            </a:endParaRPr>
          </a:p>
          <a:p>
            <a:pPr>
              <a:lnSpc>
                <a:spcPct val="100000"/>
              </a:lnSpc>
              <a:tabLst>
                <a:tab algn="l" pos="0"/>
              </a:tabLst>
            </a:pPr>
            <a:r>
              <a:rPr b="1" lang="en-US" sz="2000" spc="-1" strike="noStrike">
                <a:solidFill>
                  <a:srgbClr val="ffffff"/>
                </a:solidFill>
                <a:latin typeface="Lato"/>
                <a:ea typeface="Lato"/>
              </a:rPr>
              <a:t>Population: 18 million people</a:t>
            </a:r>
            <a:endParaRPr b="0" lang="en-US" sz="2000" spc="-1" strike="noStrike">
              <a:solidFill>
                <a:srgbClr val="000000"/>
              </a:solidFill>
              <a:latin typeface="Arial"/>
            </a:endParaRPr>
          </a:p>
          <a:p>
            <a:pPr>
              <a:lnSpc>
                <a:spcPct val="100000"/>
              </a:lnSpc>
              <a:tabLst>
                <a:tab algn="l" pos="0"/>
              </a:tabLst>
            </a:pPr>
            <a:r>
              <a:rPr b="1" lang="en-US" sz="2000" spc="-1" strike="noStrike">
                <a:solidFill>
                  <a:srgbClr val="ffffff"/>
                </a:solidFill>
                <a:latin typeface="Lato"/>
                <a:ea typeface="Lato"/>
              </a:rPr>
              <a:t>Area: 196712 km2 (@20 M ha)</a:t>
            </a:r>
            <a:endParaRPr b="0" lang="en-US" sz="2000" spc="-1" strike="noStrike">
              <a:solidFill>
                <a:srgbClr val="000000"/>
              </a:solidFill>
              <a:latin typeface="Arial"/>
            </a:endParaRPr>
          </a:p>
          <a:p>
            <a:pPr>
              <a:lnSpc>
                <a:spcPct val="100000"/>
              </a:lnSpc>
              <a:tabLst>
                <a:tab algn="l" pos="0"/>
              </a:tabLst>
            </a:pPr>
            <a:r>
              <a:rPr b="1" lang="en-US" sz="2000" spc="-1" strike="noStrike">
                <a:solidFill>
                  <a:srgbClr val="ffffff"/>
                </a:solidFill>
                <a:latin typeface="Lato"/>
                <a:ea typeface="Lato"/>
              </a:rPr>
              <a:t>Climate: Aw Tropical savanna - Bsh Warm semi-arid - Bwh Warm dessert </a:t>
            </a:r>
            <a:endParaRPr b="0" lang="en-US" sz="2000" spc="-1" strike="noStrike">
              <a:solidFill>
                <a:srgbClr val="000000"/>
              </a:solidFill>
              <a:latin typeface="Arial"/>
            </a:endParaRPr>
          </a:p>
          <a:p>
            <a:pPr>
              <a:lnSpc>
                <a:spcPct val="100000"/>
              </a:lnSpc>
              <a:tabLst>
                <a:tab algn="l" pos="0"/>
              </a:tabLst>
            </a:pPr>
            <a:r>
              <a:rPr b="1" lang="en-US" sz="2000" spc="-1" strike="noStrike">
                <a:solidFill>
                  <a:srgbClr val="ffffff"/>
                </a:solidFill>
                <a:latin typeface="Lato"/>
                <a:ea typeface="Lato"/>
              </a:rPr>
              <a:t>GDP: US$ 27.7 Billion</a:t>
            </a:r>
            <a:endParaRPr b="0" lang="en-US" sz="2000" spc="-1" strike="noStrike">
              <a:solidFill>
                <a:srgbClr val="000000"/>
              </a:solidFill>
              <a:latin typeface="Arial"/>
            </a:endParaRPr>
          </a:p>
          <a:p>
            <a:pPr>
              <a:lnSpc>
                <a:spcPct val="100000"/>
              </a:lnSpc>
              <a:tabLst>
                <a:tab algn="l" pos="0"/>
              </a:tabLst>
            </a:pPr>
            <a:r>
              <a:rPr b="1" lang="en-US" sz="2000" spc="-1" strike="noStrike">
                <a:solidFill>
                  <a:srgbClr val="ffffff"/>
                </a:solidFill>
                <a:latin typeface="Lato"/>
                <a:ea typeface="Lato"/>
              </a:rPr>
              <a:t>Employment: 60%+ Food Crop Production </a:t>
            </a:r>
            <a:endParaRPr b="0" lang="en-US" sz="2000" spc="-1" strike="noStrike">
              <a:solidFill>
                <a:srgbClr val="000000"/>
              </a:solidFill>
              <a:latin typeface="Arial"/>
            </a:endParaRPr>
          </a:p>
          <a:p>
            <a:pPr>
              <a:lnSpc>
                <a:spcPct val="100000"/>
              </a:lnSpc>
              <a:tabLst>
                <a:tab algn="l" pos="0"/>
              </a:tabLst>
            </a:pPr>
            <a:r>
              <a:rPr b="1" lang="en-US" sz="1400" spc="-1" strike="noStrike">
                <a:solidFill>
                  <a:srgbClr val="ffffff"/>
                </a:solidFill>
                <a:latin typeface="Lato"/>
                <a:ea typeface="Lato"/>
              </a:rPr>
              <a:t>(World Bank Statistics @ latest available date) Rural Energy Access 38% UN SE4all-africa.org </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1" lang="en-US" sz="1800" spc="-1" strike="noStrike">
                <a:solidFill>
                  <a:srgbClr val="ffffff"/>
                </a:solidFill>
                <a:latin typeface="Lato"/>
                <a:ea typeface="Lato"/>
              </a:rPr>
              <a:t>The current reliance of wood fuel in rural communities is such that e.g. 20kg wood are used for every 1kg of shea butter processed from shea fruit and nut collection.</a:t>
            </a:r>
            <a:endParaRPr b="0" lang="en-US" sz="1800" spc="-1" strike="noStrike">
              <a:solidFill>
                <a:srgbClr val="000000"/>
              </a:solidFill>
              <a:latin typeface="Arial"/>
            </a:endParaRPr>
          </a:p>
          <a:p>
            <a:pPr>
              <a:lnSpc>
                <a:spcPct val="100000"/>
              </a:lnSpc>
              <a:tabLst>
                <a:tab algn="l" pos="0"/>
              </a:tabLst>
            </a:pPr>
            <a:r>
              <a:rPr b="1" lang="en-US" sz="1400" spc="-1" strike="noStrike">
                <a:solidFill>
                  <a:srgbClr val="ffffff"/>
                </a:solidFill>
                <a:latin typeface="Lato"/>
                <a:ea typeface="Lato"/>
              </a:rPr>
              <a:t>Serious Shea is Smoothing the Way to a Better Future | Green Solutions | WEF https://youtu.be/02ZuQH6-5JA</a:t>
            </a:r>
            <a:endParaRPr b="0" lang="en-US" sz="1400" spc="-1" strike="noStrike">
              <a:solidFill>
                <a:srgbClr val="000000"/>
              </a:solidFill>
              <a:latin typeface="Arial"/>
            </a:endParaRPr>
          </a:p>
        </p:txBody>
      </p:sp>
      <p:pic>
        <p:nvPicPr>
          <p:cNvPr id="786" name="Picture 14" descr=""/>
          <p:cNvPicPr/>
          <p:nvPr/>
        </p:nvPicPr>
        <p:blipFill>
          <a:blip r:embed="rId7"/>
          <a:stretch/>
        </p:blipFill>
        <p:spPr>
          <a:xfrm>
            <a:off x="20111040" y="12801600"/>
            <a:ext cx="3903840" cy="828720"/>
          </a:xfrm>
          <a:prstGeom prst="rect">
            <a:avLst/>
          </a:prstGeom>
          <a:ln w="0">
            <a:noFill/>
          </a:ln>
        </p:spPr>
      </p:pic>
      <p:sp>
        <p:nvSpPr>
          <p:cNvPr id="787" name="TextBox 2"/>
          <p:cNvSpPr/>
          <p:nvPr/>
        </p:nvSpPr>
        <p:spPr>
          <a:xfrm>
            <a:off x="13258800" y="5943600"/>
            <a:ext cx="2502360" cy="821160"/>
          </a:xfrm>
          <a:prstGeom prst="rect">
            <a:avLst/>
          </a:prstGeom>
          <a:noFill/>
          <a:ln w="12600">
            <a:noFill/>
          </a:ln>
        </p:spPr>
        <p:style>
          <a:lnRef idx="0"/>
          <a:fillRef idx="0"/>
          <a:effectRef idx="0"/>
          <a:fontRef idx="minor"/>
        </p:style>
        <p:txBody>
          <a:bodyPr numCol="1" spcCol="38160" lIns="45720" rIns="45720" tIns="45000" bIns="45000" anchor="t">
            <a:spAutoFit/>
          </a:bodyPr>
          <a:p>
            <a:pPr algn="ctr">
              <a:lnSpc>
                <a:spcPct val="200000"/>
              </a:lnSpc>
              <a:tabLst>
                <a:tab algn="l" pos="0"/>
              </a:tabLst>
            </a:pPr>
            <a:r>
              <a:rPr b="1" lang="en-AE" sz="2400" spc="-1" strike="noStrike">
                <a:solidFill>
                  <a:srgbClr val="ffffff"/>
                </a:solidFill>
                <a:latin typeface="Lato"/>
                <a:ea typeface="Lato"/>
              </a:rPr>
              <a:t>SENEGAL</a:t>
            </a:r>
            <a:r>
              <a:rPr b="1" lang="en-AE" sz="1600" spc="-1" strike="noStrike">
                <a:solidFill>
                  <a:srgbClr val="ffffff"/>
                </a:solidFill>
                <a:latin typeface="Lato"/>
                <a:ea typeface="Lato"/>
              </a:rPr>
              <a:t>   </a:t>
            </a:r>
            <a:r>
              <a:rPr b="1" lang="en-AE" sz="1200" spc="-1" strike="noStrike">
                <a:solidFill>
                  <a:srgbClr val="ffffff"/>
                </a:solidFill>
                <a:latin typeface="Lato"/>
                <a:ea typeface="Lato"/>
              </a:rPr>
              <a:t>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Freeform: Shape 2"/>
          <p:cNvSpPr/>
          <p:nvPr/>
        </p:nvSpPr>
        <p:spPr>
          <a:xfrm rot="16200000">
            <a:off x="-1027800" y="5997960"/>
            <a:ext cx="6036840" cy="1596600"/>
          </a:xfrm>
          <a:custGeom>
            <a:avLst/>
            <a:gdLst>
              <a:gd name="textAreaLeft" fmla="*/ 0 w 6036840"/>
              <a:gd name="textAreaRight" fmla="*/ 6037200 w 6036840"/>
              <a:gd name="textAreaTop" fmla="*/ 0 h 1596600"/>
              <a:gd name="textAreaBottom" fmla="*/ 1596960 h 159660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tx2">
              <a:lumMod val="40000"/>
              <a:lumOff val="60000"/>
            </a:schemeClr>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789" name="Strengths Here"/>
          <p:cNvSpPr/>
          <p:nvPr/>
        </p:nvSpPr>
        <p:spPr>
          <a:xfrm>
            <a:off x="365040" y="1044360"/>
            <a:ext cx="11237760" cy="3148200"/>
          </a:xfrm>
          <a:prstGeom prst="rect">
            <a:avLst/>
          </a:prstGeom>
          <a:noFill/>
          <a:ln w="12700">
            <a:noFill/>
          </a:ln>
        </p:spPr>
        <p:style>
          <a:lnRef idx="0"/>
          <a:fillRef idx="0"/>
          <a:effectRef idx="0"/>
          <a:fontRef idx="minor"/>
        </p:style>
        <p:txBody>
          <a:bodyPr lIns="50760" rIns="50760" tIns="50760" bIns="50760" anchor="ctr">
            <a:spAutoFit/>
          </a:bodyPr>
          <a:p>
            <a:pPr algn="ctr">
              <a:lnSpc>
                <a:spcPct val="100000"/>
              </a:lnSpc>
              <a:tabLst>
                <a:tab algn="l" pos="0"/>
              </a:tabLst>
            </a:pPr>
            <a:endParaRPr b="0" lang="en-US" sz="4000" spc="-1" strike="noStrike">
              <a:solidFill>
                <a:srgbClr val="000000"/>
              </a:solidFill>
              <a:latin typeface="Arial"/>
            </a:endParaRPr>
          </a:p>
          <a:p>
            <a:pPr algn="ctr">
              <a:lnSpc>
                <a:spcPct val="100000"/>
              </a:lnSpc>
              <a:tabLst>
                <a:tab algn="l" pos="0"/>
              </a:tabLst>
            </a:pPr>
            <a:r>
              <a:rPr b="0" lang="en-US" sz="4000" spc="-1" strike="noStrike">
                <a:solidFill>
                  <a:srgbClr val="8cb35f"/>
                </a:solidFill>
                <a:latin typeface="Aleo Regular"/>
                <a:ea typeface="Aleo Regular"/>
              </a:rPr>
              <a:t>PLANTATIONS &amp; </a:t>
            </a:r>
            <a:r>
              <a:rPr b="1" lang="en-US" sz="4000" spc="-1" strike="noStrike">
                <a:solidFill>
                  <a:srgbClr val="5e5e5e"/>
                </a:solidFill>
                <a:latin typeface="Aleo Regular"/>
                <a:ea typeface="Aleo Regular"/>
              </a:rPr>
              <a:t>DEFORESTATION FREE </a:t>
            </a:r>
            <a:r>
              <a:rPr b="0" lang="en-US" sz="4000" spc="-1" strike="noStrike">
                <a:solidFill>
                  <a:srgbClr val="8cb35f"/>
                </a:solidFill>
                <a:latin typeface="Aleo Regular"/>
                <a:ea typeface="Aleo Regular"/>
              </a:rPr>
              <a:t>ZERO-CARBON </a:t>
            </a:r>
            <a:r>
              <a:rPr b="1" lang="en-US" sz="4000" spc="-1" strike="noStrike">
                <a:solidFill>
                  <a:srgbClr val="5e5e5e"/>
                </a:solidFill>
                <a:latin typeface="Aleo Regular"/>
                <a:ea typeface="Aleo Regular"/>
              </a:rPr>
              <a:t>AGRI-FOOD VALUE CHAIN</a:t>
            </a:r>
            <a:endParaRPr b="0" lang="en-US" sz="4000" spc="-1" strike="noStrike">
              <a:solidFill>
                <a:srgbClr val="000000"/>
              </a:solidFill>
              <a:latin typeface="Arial"/>
            </a:endParaRPr>
          </a:p>
          <a:p>
            <a:pPr algn="ctr">
              <a:lnSpc>
                <a:spcPct val="100000"/>
              </a:lnSpc>
              <a:tabLst>
                <a:tab algn="l" pos="0"/>
              </a:tabLst>
            </a:pPr>
            <a:r>
              <a:rPr b="0" lang="en-US" sz="4000" spc="-1" strike="noStrike">
                <a:solidFill>
                  <a:srgbClr val="8cb35f"/>
                </a:solidFill>
                <a:latin typeface="Aleo Regular"/>
                <a:ea typeface="Aleo Regular"/>
              </a:rPr>
              <a:t> </a:t>
            </a:r>
            <a:endParaRPr b="0" lang="en-US" sz="4000" spc="-1" strike="noStrike">
              <a:solidFill>
                <a:srgbClr val="000000"/>
              </a:solidFill>
              <a:latin typeface="Arial"/>
            </a:endParaRPr>
          </a:p>
        </p:txBody>
      </p:sp>
      <p:sp>
        <p:nvSpPr>
          <p:cNvPr id="790" name="Line"/>
          <p:cNvSpPr/>
          <p:nvPr/>
        </p:nvSpPr>
        <p:spPr>
          <a:xfrm>
            <a:off x="5126040" y="3573720"/>
            <a:ext cx="928800" cy="360"/>
          </a:xfrm>
          <a:prstGeom prst="line">
            <a:avLst/>
          </a:prstGeom>
          <a:ln w="88900">
            <a:solidFill>
              <a:srgbClr val="8cb35f"/>
            </a:solidFill>
            <a:miter/>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791" name="Rectangle"/>
          <p:cNvSpPr/>
          <p:nvPr/>
        </p:nvSpPr>
        <p:spPr>
          <a:xfrm>
            <a:off x="365040" y="10035000"/>
            <a:ext cx="2747160" cy="740880"/>
          </a:xfrm>
          <a:prstGeom prst="rect">
            <a:avLst/>
          </a:prstGeom>
          <a:solidFill>
            <a:schemeClr val="accent1"/>
          </a:solidFill>
          <a:ln w="1270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92" name="Options Here"/>
          <p:cNvSpPr/>
          <p:nvPr/>
        </p:nvSpPr>
        <p:spPr>
          <a:xfrm>
            <a:off x="748080" y="10126440"/>
            <a:ext cx="1838520" cy="558000"/>
          </a:xfrm>
          <a:prstGeom prst="rect">
            <a:avLst/>
          </a:prstGeom>
          <a:noFill/>
          <a:ln w="12700">
            <a:noFill/>
          </a:ln>
        </p:spPr>
        <p:style>
          <a:lnRef idx="0"/>
          <a:fillRef idx="0"/>
          <a:effectRef idx="0"/>
          <a:fontRef idx="minor"/>
        </p:style>
        <p:txBody>
          <a:bodyPr wrap="none" lIns="50760" rIns="50760" tIns="50760" bIns="50760" anchor="ctr">
            <a:spAutoFit/>
          </a:bodyPr>
          <a:p>
            <a:pPr algn="ctr">
              <a:lnSpc>
                <a:spcPct val="100000"/>
              </a:lnSpc>
              <a:tabLst>
                <a:tab algn="l" pos="0"/>
              </a:tabLst>
            </a:pPr>
            <a:r>
              <a:rPr b="0" lang="en-US" sz="3000" spc="-1" strike="noStrike">
                <a:solidFill>
                  <a:srgbClr val="ffffff"/>
                </a:solidFill>
                <a:latin typeface="Aleo Regular"/>
                <a:ea typeface="Aleo Regular"/>
              </a:rPr>
              <a:t>Activities</a:t>
            </a:r>
            <a:endParaRPr b="0" lang="en-US" sz="3000" spc="-1" strike="noStrike">
              <a:solidFill>
                <a:srgbClr val="000000"/>
              </a:solidFill>
              <a:latin typeface="Arial"/>
            </a:endParaRPr>
          </a:p>
        </p:txBody>
      </p:sp>
      <p:sp>
        <p:nvSpPr>
          <p:cNvPr id="793" name="Rectangle"/>
          <p:cNvSpPr/>
          <p:nvPr/>
        </p:nvSpPr>
        <p:spPr>
          <a:xfrm>
            <a:off x="8123400" y="9999000"/>
            <a:ext cx="2747160" cy="740880"/>
          </a:xfrm>
          <a:prstGeom prst="rect">
            <a:avLst/>
          </a:prstGeom>
          <a:solidFill>
            <a:schemeClr val="accent1"/>
          </a:solidFill>
          <a:ln w="1270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94" name="Options Here"/>
          <p:cNvSpPr/>
          <p:nvPr/>
        </p:nvSpPr>
        <p:spPr>
          <a:xfrm>
            <a:off x="8818920" y="10090440"/>
            <a:ext cx="1285200" cy="558000"/>
          </a:xfrm>
          <a:prstGeom prst="rect">
            <a:avLst/>
          </a:prstGeom>
          <a:noFill/>
          <a:ln w="12700">
            <a:noFill/>
          </a:ln>
        </p:spPr>
        <p:style>
          <a:lnRef idx="0"/>
          <a:fillRef idx="0"/>
          <a:effectRef idx="0"/>
          <a:fontRef idx="minor"/>
        </p:style>
        <p:txBody>
          <a:bodyPr wrap="none" lIns="50760" rIns="50760" tIns="50760" bIns="50760" anchor="ctr">
            <a:spAutoFit/>
          </a:bodyPr>
          <a:p>
            <a:pPr algn="ctr">
              <a:lnSpc>
                <a:spcPct val="100000"/>
              </a:lnSpc>
              <a:tabLst>
                <a:tab algn="l" pos="0"/>
              </a:tabLst>
            </a:pPr>
            <a:r>
              <a:rPr b="0" lang="en-US" sz="3000" spc="-1" strike="noStrike">
                <a:solidFill>
                  <a:srgbClr val="ffffff"/>
                </a:solidFill>
                <a:latin typeface="Aleo Regular"/>
                <a:ea typeface="Aleo Regular"/>
              </a:rPr>
              <a:t>Profile</a:t>
            </a:r>
            <a:endParaRPr b="0" lang="en-US" sz="3000" spc="-1" strike="noStrike">
              <a:solidFill>
                <a:srgbClr val="000000"/>
              </a:solidFill>
              <a:latin typeface="Arial"/>
            </a:endParaRPr>
          </a:p>
        </p:txBody>
      </p:sp>
      <p:sp>
        <p:nvSpPr>
          <p:cNvPr id="795" name="Lorem ipsum dolor sit amet, consectetur adipiscing elit. Nam maximus metus consequat ligula venenatis aliquet. Nam eu porta neque, eget auctor lectus. Pellentesque interdum libero a lorem vulputate, et congue velit rutrum. Ut dictum nisl vel ante accumsa"/>
          <p:cNvSpPr/>
          <p:nvPr/>
        </p:nvSpPr>
        <p:spPr>
          <a:xfrm>
            <a:off x="322560" y="10956600"/>
            <a:ext cx="5938200" cy="1467360"/>
          </a:xfrm>
          <a:prstGeom prst="rect">
            <a:avLst/>
          </a:prstGeom>
          <a:noFill/>
          <a:ln w="12700">
            <a:noFill/>
          </a:ln>
        </p:spPr>
        <p:style>
          <a:lnRef idx="0"/>
          <a:fillRef idx="0"/>
          <a:effectRef idx="0"/>
          <a:fontRef idx="minor"/>
        </p:style>
        <p:txBody>
          <a:bodyPr lIns="50760" rIns="50760" tIns="50760" bIns="50760" anchor="t">
            <a:spAutoFit/>
          </a:bodyPr>
          <a:p>
            <a:pPr>
              <a:lnSpc>
                <a:spcPct val="100000"/>
              </a:lnSpc>
              <a:tabLst>
                <a:tab algn="l" pos="0"/>
              </a:tabLst>
            </a:pPr>
            <a:r>
              <a:rPr b="0" lang="en-US" sz="2800" spc="-1" strike="noStrike" baseline="50000">
                <a:solidFill>
                  <a:srgbClr val="464646"/>
                </a:solidFill>
                <a:latin typeface="Lato"/>
                <a:ea typeface="Lato"/>
              </a:rPr>
              <a:t>Nurseries &amp; Native Forest Plantations</a:t>
            </a:r>
            <a:endParaRPr b="0" lang="en-US" sz="2800" spc="-1" strike="noStrike">
              <a:solidFill>
                <a:srgbClr val="000000"/>
              </a:solidFill>
              <a:latin typeface="Arial"/>
            </a:endParaRPr>
          </a:p>
          <a:p>
            <a:pPr>
              <a:lnSpc>
                <a:spcPct val="100000"/>
              </a:lnSpc>
              <a:tabLst>
                <a:tab algn="l" pos="0"/>
              </a:tabLst>
            </a:pPr>
            <a:r>
              <a:rPr b="0" lang="en-US" sz="2800" spc="-1" strike="noStrike" baseline="50000">
                <a:solidFill>
                  <a:srgbClr val="464646"/>
                </a:solidFill>
                <a:latin typeface="Lato"/>
                <a:ea typeface="Lato"/>
              </a:rPr>
              <a:t>Clean Energy Processing for shea butter, dried mangoes, baobab &amp; moringa powder and oils</a:t>
            </a:r>
            <a:endParaRPr b="0" lang="en-US" sz="2800" spc="-1" strike="noStrike">
              <a:solidFill>
                <a:srgbClr val="000000"/>
              </a:solidFill>
              <a:latin typeface="Arial"/>
            </a:endParaRPr>
          </a:p>
        </p:txBody>
      </p:sp>
      <p:sp>
        <p:nvSpPr>
          <p:cNvPr id="796" name="Lorem ipsum dolor sit amet, consectetur adipiscing elit. Nam maximus metus consequat ligula venenatis aliquet. Nam eu porta neque, eget auctor lectus. Pellentesque interdum libero a lorem vulputate, et congue velit rutrum. Ut dictum nisl vel ante accumsa"/>
          <p:cNvSpPr/>
          <p:nvPr/>
        </p:nvSpPr>
        <p:spPr>
          <a:xfrm>
            <a:off x="8088480" y="10400400"/>
            <a:ext cx="4406760" cy="1894320"/>
          </a:xfrm>
          <a:prstGeom prst="rect">
            <a:avLst/>
          </a:prstGeom>
          <a:noFill/>
          <a:ln w="12700">
            <a:noFill/>
          </a:ln>
        </p:spPr>
        <p:style>
          <a:lnRef idx="0"/>
          <a:fillRef idx="0"/>
          <a:effectRef idx="0"/>
          <a:fontRef idx="minor"/>
        </p:style>
        <p:txBody>
          <a:bodyPr lIns="50760" rIns="50760" tIns="50760" bIns="50760" anchor="t">
            <a:spAutoFit/>
          </a:bodyPr>
          <a:p>
            <a:pPr>
              <a:lnSpc>
                <a:spcPct val="100000"/>
              </a:lnSpc>
              <a:tabLst>
                <a:tab algn="l" pos="0"/>
              </a:tabLst>
            </a:pPr>
            <a:endParaRPr b="0" lang="en-US" sz="2800" spc="-1" strike="noStrike">
              <a:solidFill>
                <a:srgbClr val="000000"/>
              </a:solidFill>
              <a:latin typeface="Arial"/>
            </a:endParaRPr>
          </a:p>
          <a:p>
            <a:pPr>
              <a:lnSpc>
                <a:spcPct val="100000"/>
              </a:lnSpc>
              <a:tabLst>
                <a:tab algn="l" pos="0"/>
              </a:tabLst>
            </a:pPr>
            <a:r>
              <a:rPr b="0" lang="en-US" sz="2800" spc="-1" strike="noStrike" baseline="50000">
                <a:solidFill>
                  <a:srgbClr val="464646"/>
                </a:solidFill>
                <a:latin typeface="Lato"/>
                <a:ea typeface="Lato"/>
              </a:rPr>
              <a:t>€ </a:t>
            </a:r>
            <a:r>
              <a:rPr b="0" lang="en-US" sz="2800" spc="-1" strike="noStrike" baseline="50000">
                <a:solidFill>
                  <a:srgbClr val="464646"/>
                </a:solidFill>
                <a:latin typeface="Lato"/>
                <a:ea typeface="Lato"/>
              </a:rPr>
              <a:t>25 M investment </a:t>
            </a:r>
            <a:endParaRPr b="0" lang="en-US" sz="2800" spc="-1" strike="noStrike">
              <a:solidFill>
                <a:srgbClr val="000000"/>
              </a:solidFill>
              <a:latin typeface="Arial"/>
            </a:endParaRPr>
          </a:p>
          <a:p>
            <a:pPr>
              <a:lnSpc>
                <a:spcPct val="100000"/>
              </a:lnSpc>
              <a:tabLst>
                <a:tab algn="l" pos="0"/>
              </a:tabLst>
            </a:pPr>
            <a:r>
              <a:rPr b="0" lang="en-US" sz="2800" spc="-1" strike="noStrike" baseline="50000">
                <a:solidFill>
                  <a:srgbClr val="464646"/>
                </a:solidFill>
                <a:latin typeface="Lato"/>
                <a:ea typeface="Lato"/>
              </a:rPr>
              <a:t>€ </a:t>
            </a:r>
            <a:r>
              <a:rPr b="0" lang="en-US" sz="2800" spc="-1" strike="noStrike" baseline="50000">
                <a:solidFill>
                  <a:srgbClr val="464646"/>
                </a:solidFill>
                <a:latin typeface="Lato"/>
                <a:ea typeface="Lato"/>
              </a:rPr>
              <a:t>50 M pa. revenues Year 10;  </a:t>
            </a:r>
            <a:endParaRPr b="0" lang="en-US" sz="2800" spc="-1" strike="noStrike">
              <a:solidFill>
                <a:srgbClr val="000000"/>
              </a:solidFill>
              <a:latin typeface="Arial"/>
            </a:endParaRPr>
          </a:p>
          <a:p>
            <a:pPr>
              <a:lnSpc>
                <a:spcPct val="100000"/>
              </a:lnSpc>
              <a:tabLst>
                <a:tab algn="l" pos="0"/>
              </a:tabLst>
            </a:pPr>
            <a:r>
              <a:rPr b="0" lang="en-US" sz="2800" spc="-1" strike="noStrike" baseline="50000">
                <a:solidFill>
                  <a:srgbClr val="464646"/>
                </a:solidFill>
                <a:latin typeface="Lato"/>
                <a:ea typeface="Lato"/>
              </a:rPr>
              <a:t>40% Carbon  Pre-payments; 60% Debt </a:t>
            </a:r>
            <a:endParaRPr b="0" lang="en-US" sz="2800" spc="-1" strike="noStrike">
              <a:solidFill>
                <a:srgbClr val="000000"/>
              </a:solidFill>
              <a:latin typeface="Arial"/>
            </a:endParaRPr>
          </a:p>
        </p:txBody>
      </p:sp>
      <p:pic>
        <p:nvPicPr>
          <p:cNvPr id="797" name="Picture Placeholder 22" descr=""/>
          <p:cNvPicPr/>
          <p:nvPr/>
        </p:nvPicPr>
        <p:blipFill>
          <a:blip r:embed="rId1"/>
          <a:stretch/>
        </p:blipFill>
        <p:spPr>
          <a:xfrm>
            <a:off x="11815200" y="1144080"/>
            <a:ext cx="4991400" cy="5008320"/>
          </a:xfrm>
          <a:prstGeom prst="rect">
            <a:avLst/>
          </a:prstGeom>
          <a:ln w="0">
            <a:noFill/>
          </a:ln>
        </p:spPr>
      </p:pic>
      <p:pic>
        <p:nvPicPr>
          <p:cNvPr id="798" name="Picture Placeholder 23" descr=""/>
          <p:cNvPicPr/>
          <p:nvPr/>
        </p:nvPicPr>
        <p:blipFill>
          <a:blip r:embed="rId2"/>
          <a:stretch/>
        </p:blipFill>
        <p:spPr>
          <a:xfrm>
            <a:off x="17385840" y="1144080"/>
            <a:ext cx="1980000" cy="1592640"/>
          </a:xfrm>
          <a:prstGeom prst="rect">
            <a:avLst/>
          </a:prstGeom>
          <a:ln w="0">
            <a:noFill/>
          </a:ln>
        </p:spPr>
      </p:pic>
      <p:pic>
        <p:nvPicPr>
          <p:cNvPr id="799" name="Picture Placeholder 44" descr=""/>
          <p:cNvPicPr/>
          <p:nvPr/>
        </p:nvPicPr>
        <p:blipFill>
          <a:blip r:embed="rId3"/>
          <a:stretch/>
        </p:blipFill>
        <p:spPr>
          <a:xfrm>
            <a:off x="14226480" y="7555680"/>
            <a:ext cx="4991400" cy="5008320"/>
          </a:xfrm>
          <a:prstGeom prst="rect">
            <a:avLst/>
          </a:prstGeom>
          <a:ln w="0">
            <a:noFill/>
          </a:ln>
        </p:spPr>
      </p:pic>
      <p:pic>
        <p:nvPicPr>
          <p:cNvPr id="800" name="Picture Placeholder 45" descr=""/>
          <p:cNvPicPr/>
          <p:nvPr/>
        </p:nvPicPr>
        <p:blipFill>
          <a:blip r:embed="rId4"/>
          <a:stretch/>
        </p:blipFill>
        <p:spPr>
          <a:xfrm>
            <a:off x="20151720" y="7587360"/>
            <a:ext cx="3243600" cy="2447640"/>
          </a:xfrm>
          <a:prstGeom prst="rect">
            <a:avLst/>
          </a:prstGeom>
          <a:ln w="0">
            <a:noFill/>
          </a:ln>
        </p:spPr>
      </p:pic>
      <p:pic>
        <p:nvPicPr>
          <p:cNvPr id="801" name="Picture Placeholder 26" descr=""/>
          <p:cNvPicPr/>
          <p:nvPr/>
        </p:nvPicPr>
        <p:blipFill>
          <a:blip r:embed="rId5"/>
          <a:stretch/>
        </p:blipFill>
        <p:spPr>
          <a:xfrm>
            <a:off x="17385840" y="2849760"/>
            <a:ext cx="1980000" cy="1596960"/>
          </a:xfrm>
          <a:prstGeom prst="rect">
            <a:avLst/>
          </a:prstGeom>
          <a:ln w="0">
            <a:noFill/>
          </a:ln>
        </p:spPr>
      </p:pic>
      <p:pic>
        <p:nvPicPr>
          <p:cNvPr id="802" name="Picture Placeholder 29" descr=""/>
          <p:cNvPicPr/>
          <p:nvPr/>
        </p:nvPicPr>
        <p:blipFill>
          <a:blip r:embed="rId6"/>
          <a:stretch/>
        </p:blipFill>
        <p:spPr>
          <a:xfrm>
            <a:off x="17385840" y="4555440"/>
            <a:ext cx="1980000" cy="1596960"/>
          </a:xfrm>
          <a:prstGeom prst="rect">
            <a:avLst/>
          </a:prstGeom>
          <a:ln w="0">
            <a:noFill/>
          </a:ln>
        </p:spPr>
      </p:pic>
      <p:pic>
        <p:nvPicPr>
          <p:cNvPr id="803" name="Picture Placeholder 27" descr=""/>
          <p:cNvPicPr/>
          <p:nvPr/>
        </p:nvPicPr>
        <p:blipFill>
          <a:blip r:embed="rId7"/>
          <a:stretch/>
        </p:blipFill>
        <p:spPr>
          <a:xfrm>
            <a:off x="19800360" y="2849760"/>
            <a:ext cx="1980000" cy="1596960"/>
          </a:xfrm>
          <a:prstGeom prst="rect">
            <a:avLst/>
          </a:prstGeom>
          <a:ln w="0">
            <a:noFill/>
          </a:ln>
        </p:spPr>
      </p:pic>
      <p:pic>
        <p:nvPicPr>
          <p:cNvPr id="804" name="Picture Placeholder 30" descr=""/>
          <p:cNvPicPr/>
          <p:nvPr/>
        </p:nvPicPr>
        <p:blipFill>
          <a:blip r:embed="rId8"/>
          <a:stretch/>
        </p:blipFill>
        <p:spPr>
          <a:xfrm>
            <a:off x="19800360" y="4555440"/>
            <a:ext cx="1980000" cy="1596960"/>
          </a:xfrm>
          <a:prstGeom prst="rect">
            <a:avLst/>
          </a:prstGeom>
          <a:ln w="0">
            <a:noFill/>
          </a:ln>
        </p:spPr>
      </p:pic>
      <p:pic>
        <p:nvPicPr>
          <p:cNvPr id="805" name="Picture Placeholder 25" descr=""/>
          <p:cNvPicPr/>
          <p:nvPr/>
        </p:nvPicPr>
        <p:blipFill>
          <a:blip r:embed="rId9"/>
          <a:stretch/>
        </p:blipFill>
        <p:spPr>
          <a:xfrm>
            <a:off x="22214520" y="1144080"/>
            <a:ext cx="1980000" cy="1596960"/>
          </a:xfrm>
          <a:prstGeom prst="rect">
            <a:avLst/>
          </a:prstGeom>
          <a:ln w="0">
            <a:noFill/>
          </a:ln>
        </p:spPr>
      </p:pic>
      <p:pic>
        <p:nvPicPr>
          <p:cNvPr id="806" name="Picture Placeholder 28" descr=""/>
          <p:cNvPicPr/>
          <p:nvPr/>
        </p:nvPicPr>
        <p:blipFill>
          <a:blip r:embed="rId10"/>
          <a:stretch/>
        </p:blipFill>
        <p:spPr>
          <a:xfrm>
            <a:off x="22214520" y="2849760"/>
            <a:ext cx="1980000" cy="1596960"/>
          </a:xfrm>
          <a:prstGeom prst="rect">
            <a:avLst/>
          </a:prstGeom>
          <a:ln w="0">
            <a:noFill/>
          </a:ln>
        </p:spPr>
      </p:pic>
      <p:pic>
        <p:nvPicPr>
          <p:cNvPr id="807" name="Picture Placeholder 31" descr=""/>
          <p:cNvPicPr/>
          <p:nvPr/>
        </p:nvPicPr>
        <p:blipFill>
          <a:blip r:embed="rId11"/>
          <a:stretch/>
        </p:blipFill>
        <p:spPr>
          <a:xfrm>
            <a:off x="22214520" y="4555440"/>
            <a:ext cx="1980000" cy="1596960"/>
          </a:xfrm>
          <a:prstGeom prst="rect">
            <a:avLst/>
          </a:prstGeom>
          <a:ln w="0">
            <a:noFill/>
          </a:ln>
        </p:spPr>
      </p:pic>
      <p:pic>
        <p:nvPicPr>
          <p:cNvPr id="808" name="Picture Placeholder 46" descr=""/>
          <p:cNvPicPr/>
          <p:nvPr/>
        </p:nvPicPr>
        <p:blipFill>
          <a:blip r:embed="rId12"/>
          <a:stretch/>
        </p:blipFill>
        <p:spPr>
          <a:xfrm>
            <a:off x="20158920" y="10116000"/>
            <a:ext cx="3243600" cy="2447640"/>
          </a:xfrm>
          <a:prstGeom prst="rect">
            <a:avLst/>
          </a:prstGeom>
          <a:ln w="0">
            <a:noFill/>
          </a:ln>
        </p:spPr>
      </p:pic>
      <p:pic>
        <p:nvPicPr>
          <p:cNvPr id="809" name="Picture 262" descr=""/>
          <p:cNvPicPr/>
          <p:nvPr/>
        </p:nvPicPr>
        <p:blipFill>
          <a:blip r:embed="rId13">
            <a:alphaModFix amt="90000"/>
          </a:blip>
          <a:stretch/>
        </p:blipFill>
        <p:spPr>
          <a:xfrm>
            <a:off x="19800360" y="1144080"/>
            <a:ext cx="1980000" cy="1596960"/>
          </a:xfrm>
          <a:prstGeom prst="rect">
            <a:avLst/>
          </a:prstGeom>
          <a:ln w="0">
            <a:noFill/>
          </a:ln>
        </p:spPr>
      </p:pic>
      <p:sp>
        <p:nvSpPr>
          <p:cNvPr id="810" name="Freeform: Shape 2"/>
          <p:cNvSpPr/>
          <p:nvPr/>
        </p:nvSpPr>
        <p:spPr>
          <a:xfrm>
            <a:off x="16625160" y="1765440"/>
            <a:ext cx="942840" cy="564840"/>
          </a:xfrm>
          <a:custGeom>
            <a:avLst/>
            <a:gdLst>
              <a:gd name="textAreaLeft" fmla="*/ 0 w 942840"/>
              <a:gd name="textAreaRight" fmla="*/ 943200 w 942840"/>
              <a:gd name="textAreaTop" fmla="*/ 0 h 564840"/>
              <a:gd name="textAreaBottom" fmla="*/ 565200 h 56484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bg1"/>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11" name="Freeform: Shape 2"/>
          <p:cNvSpPr/>
          <p:nvPr/>
        </p:nvSpPr>
        <p:spPr>
          <a:xfrm>
            <a:off x="16625160" y="3494160"/>
            <a:ext cx="942840" cy="564840"/>
          </a:xfrm>
          <a:custGeom>
            <a:avLst/>
            <a:gdLst>
              <a:gd name="textAreaLeft" fmla="*/ 0 w 942840"/>
              <a:gd name="textAreaRight" fmla="*/ 943200 w 942840"/>
              <a:gd name="textAreaTop" fmla="*/ 0 h 564840"/>
              <a:gd name="textAreaBottom" fmla="*/ 565200 h 56484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bg1"/>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12" name="Freeform: Shape 2"/>
          <p:cNvSpPr/>
          <p:nvPr/>
        </p:nvSpPr>
        <p:spPr>
          <a:xfrm>
            <a:off x="16625160" y="5213520"/>
            <a:ext cx="942840" cy="564840"/>
          </a:xfrm>
          <a:custGeom>
            <a:avLst/>
            <a:gdLst>
              <a:gd name="textAreaLeft" fmla="*/ 0 w 942840"/>
              <a:gd name="textAreaRight" fmla="*/ 943200 w 942840"/>
              <a:gd name="textAreaTop" fmla="*/ 0 h 564840"/>
              <a:gd name="textAreaBottom" fmla="*/ 565200 h 56484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bg1"/>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13" name="Freeform: Shape 2"/>
          <p:cNvSpPr/>
          <p:nvPr/>
        </p:nvSpPr>
        <p:spPr>
          <a:xfrm>
            <a:off x="19370160" y="1927800"/>
            <a:ext cx="436320" cy="261000"/>
          </a:xfrm>
          <a:custGeom>
            <a:avLst/>
            <a:gdLst>
              <a:gd name="textAreaLeft" fmla="*/ 0 w 436320"/>
              <a:gd name="textAreaRight" fmla="*/ 436680 w 436320"/>
              <a:gd name="textAreaTop" fmla="*/ 0 h 261000"/>
              <a:gd name="textAreaBottom" fmla="*/ 261360 h 26100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bg1"/>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14" name="Freeform: Shape 2"/>
          <p:cNvSpPr/>
          <p:nvPr/>
        </p:nvSpPr>
        <p:spPr>
          <a:xfrm>
            <a:off x="19370160" y="3656160"/>
            <a:ext cx="436320" cy="261000"/>
          </a:xfrm>
          <a:custGeom>
            <a:avLst/>
            <a:gdLst>
              <a:gd name="textAreaLeft" fmla="*/ 0 w 436320"/>
              <a:gd name="textAreaRight" fmla="*/ 436680 w 436320"/>
              <a:gd name="textAreaTop" fmla="*/ 0 h 261000"/>
              <a:gd name="textAreaBottom" fmla="*/ 261360 h 26100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bg1"/>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15" name="Freeform: Shape 2"/>
          <p:cNvSpPr/>
          <p:nvPr/>
        </p:nvSpPr>
        <p:spPr>
          <a:xfrm>
            <a:off x="19362960" y="5259240"/>
            <a:ext cx="436320" cy="261000"/>
          </a:xfrm>
          <a:custGeom>
            <a:avLst/>
            <a:gdLst>
              <a:gd name="textAreaLeft" fmla="*/ 0 w 436320"/>
              <a:gd name="textAreaRight" fmla="*/ 436680 w 436320"/>
              <a:gd name="textAreaTop" fmla="*/ 0 h 261000"/>
              <a:gd name="textAreaBottom" fmla="*/ 261360 h 26100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bg1"/>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16" name="Freeform: Shape 2"/>
          <p:cNvSpPr/>
          <p:nvPr/>
        </p:nvSpPr>
        <p:spPr>
          <a:xfrm>
            <a:off x="21781080" y="1918080"/>
            <a:ext cx="436320" cy="261000"/>
          </a:xfrm>
          <a:custGeom>
            <a:avLst/>
            <a:gdLst>
              <a:gd name="textAreaLeft" fmla="*/ 0 w 436320"/>
              <a:gd name="textAreaRight" fmla="*/ 436680 w 436320"/>
              <a:gd name="textAreaTop" fmla="*/ 0 h 261000"/>
              <a:gd name="textAreaBottom" fmla="*/ 261360 h 26100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bg1"/>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17" name="Freeform: Shape 2"/>
          <p:cNvSpPr/>
          <p:nvPr/>
        </p:nvSpPr>
        <p:spPr>
          <a:xfrm>
            <a:off x="21781080" y="3646440"/>
            <a:ext cx="436320" cy="261000"/>
          </a:xfrm>
          <a:custGeom>
            <a:avLst/>
            <a:gdLst>
              <a:gd name="textAreaLeft" fmla="*/ 0 w 436320"/>
              <a:gd name="textAreaRight" fmla="*/ 436680 w 436320"/>
              <a:gd name="textAreaTop" fmla="*/ 0 h 261000"/>
              <a:gd name="textAreaBottom" fmla="*/ 261360 h 26100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bg1"/>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18" name="Freeform: Shape 2"/>
          <p:cNvSpPr/>
          <p:nvPr/>
        </p:nvSpPr>
        <p:spPr>
          <a:xfrm>
            <a:off x="21781080" y="5221080"/>
            <a:ext cx="436320" cy="261000"/>
          </a:xfrm>
          <a:custGeom>
            <a:avLst/>
            <a:gdLst>
              <a:gd name="textAreaLeft" fmla="*/ 0 w 436320"/>
              <a:gd name="textAreaRight" fmla="*/ 436680 w 436320"/>
              <a:gd name="textAreaTop" fmla="*/ 0 h 261000"/>
              <a:gd name="textAreaBottom" fmla="*/ 261360 h 261000"/>
            </a:gdLst>
            <a:ahLst/>
            <a:rect l="textAreaLeft" t="textAreaTop" r="textAreaRight" b="textAreaBottom"/>
            <a:pathLst>
              <a:path w="1272" h="764">
                <a:moveTo>
                  <a:pt x="0" y="190"/>
                </a:moveTo>
                <a:lnTo>
                  <a:pt x="953" y="190"/>
                </a:lnTo>
                <a:lnTo>
                  <a:pt x="953" y="0"/>
                </a:lnTo>
                <a:lnTo>
                  <a:pt x="1271" y="381"/>
                </a:lnTo>
                <a:lnTo>
                  <a:pt x="953" y="763"/>
                </a:lnTo>
                <a:lnTo>
                  <a:pt x="953" y="572"/>
                </a:lnTo>
                <a:lnTo>
                  <a:pt x="0" y="572"/>
                </a:lnTo>
                <a:lnTo>
                  <a:pt x="0" y="190"/>
                </a:lnTo>
              </a:path>
            </a:pathLst>
          </a:custGeom>
          <a:solidFill>
            <a:schemeClr val="bg1"/>
          </a:solidFill>
          <a:ln>
            <a:solidFill>
              <a:srgbClr val="151515"/>
            </a:solidFill>
            <a:round/>
          </a:ln>
        </p:spPr>
        <p:style>
          <a:lnRef idx="1">
            <a:schemeClr val="accent4"/>
          </a:lnRef>
          <a:fillRef idx="0">
            <a:schemeClr val="accent4"/>
          </a:fillRef>
          <a:effectRef idx="0">
            <a:schemeClr val="accent4"/>
          </a:effectRef>
          <a:fontRef idx="minor"/>
        </p:style>
        <p:txBody>
          <a:bodyPr lIns="90000" rIns="90000" tIns="45000" bIns="45000" anchor="t">
            <a:noAutofit/>
          </a:bodyPr>
          <a:p>
            <a:endParaRPr b="0" lang="en-US" sz="1800" spc="-1" strike="noStrike">
              <a:solidFill>
                <a:srgbClr val="000000"/>
              </a:solidFill>
              <a:latin typeface="Arial"/>
            </a:endParaRPr>
          </a:p>
        </p:txBody>
      </p:sp>
      <p:pic>
        <p:nvPicPr>
          <p:cNvPr id="819" name="Picture 48" descr=""/>
          <p:cNvPicPr/>
          <p:nvPr/>
        </p:nvPicPr>
        <p:blipFill>
          <a:blip r:embed="rId14"/>
          <a:stretch/>
        </p:blipFill>
        <p:spPr>
          <a:xfrm>
            <a:off x="17740440" y="8745480"/>
            <a:ext cx="3243600" cy="2437200"/>
          </a:xfrm>
          <a:prstGeom prst="rect">
            <a:avLst/>
          </a:prstGeom>
          <a:ln w="0">
            <a:noFill/>
          </a:ln>
        </p:spPr>
      </p:pic>
      <p:sp>
        <p:nvSpPr>
          <p:cNvPr id="820" name="Shape 3"/>
          <p:cNvSpPr/>
          <p:nvPr/>
        </p:nvSpPr>
        <p:spPr>
          <a:xfrm>
            <a:off x="-9360" y="320040"/>
            <a:ext cx="24405120" cy="637920"/>
          </a:xfrm>
          <a:prstGeom prst="rect">
            <a:avLst/>
          </a:prstGeom>
          <a:solidFill>
            <a:srgbClr val="8cb35f">
              <a:alpha val="90000"/>
            </a:srgbClr>
          </a:solidFill>
          <a:ln w="12600">
            <a:noFill/>
          </a:ln>
        </p:spPr>
        <p:style>
          <a:lnRef idx="0"/>
          <a:fillRef idx="0"/>
          <a:effectRef idx="0"/>
          <a:fontRef idx="minor"/>
        </p:style>
        <p:txBody>
          <a:bodyPr numCol="1" spcCol="0" lIns="45720" rIns="45720" tIns="45000" bIns="45000" anchor="ctr">
            <a:spAutoFit/>
          </a:bodyPr>
          <a:p>
            <a:pPr>
              <a:lnSpc>
                <a:spcPct val="100000"/>
              </a:lnSpc>
              <a:tabLst>
                <a:tab algn="l" pos="0"/>
              </a:tabLst>
            </a:pPr>
            <a:r>
              <a:rPr b="0" lang="en-US" sz="3600" spc="-1" strike="noStrike">
                <a:solidFill>
                  <a:srgbClr val="ffffff"/>
                </a:solidFill>
                <a:latin typeface="Aleo Bold"/>
                <a:ea typeface="Arial"/>
              </a:rPr>
              <a:t>  </a:t>
            </a:r>
            <a:r>
              <a:rPr b="0" lang="en-US" sz="3600" spc="-1" strike="noStrike">
                <a:solidFill>
                  <a:srgbClr val="ffffff"/>
                </a:solidFill>
                <a:latin typeface="Aleo Bold"/>
                <a:ea typeface="Arial"/>
              </a:rPr>
              <a:t>2. INVESTMENT PITCH DECK </a:t>
            </a:r>
            <a:endParaRPr b="0" lang="en-US" sz="3600" spc="-1" strike="noStrike">
              <a:solidFill>
                <a:srgbClr val="000000"/>
              </a:solidFill>
              <a:latin typeface="Arial"/>
            </a:endParaRPr>
          </a:p>
        </p:txBody>
      </p:sp>
      <p:pic>
        <p:nvPicPr>
          <p:cNvPr id="821" name="Picture 247" descr=""/>
          <p:cNvPicPr/>
          <p:nvPr/>
        </p:nvPicPr>
        <p:blipFill>
          <a:blip r:embed="rId15">
            <a:alphaModFix amt="90000"/>
          </a:blip>
          <a:stretch/>
        </p:blipFill>
        <p:spPr>
          <a:xfrm>
            <a:off x="5171040" y="12189600"/>
            <a:ext cx="1089720" cy="1244520"/>
          </a:xfrm>
          <a:prstGeom prst="rect">
            <a:avLst/>
          </a:prstGeom>
          <a:ln w="0">
            <a:noFill/>
          </a:ln>
        </p:spPr>
      </p:pic>
      <p:pic>
        <p:nvPicPr>
          <p:cNvPr id="822" name="Picture 248" descr=""/>
          <p:cNvPicPr/>
          <p:nvPr/>
        </p:nvPicPr>
        <p:blipFill>
          <a:blip r:embed="rId16">
            <a:alphaModFix amt="90000"/>
          </a:blip>
          <a:stretch/>
        </p:blipFill>
        <p:spPr>
          <a:xfrm>
            <a:off x="96840" y="12220200"/>
            <a:ext cx="1748160" cy="1285920"/>
          </a:xfrm>
          <a:prstGeom prst="rect">
            <a:avLst/>
          </a:prstGeom>
          <a:ln w="0">
            <a:noFill/>
          </a:ln>
        </p:spPr>
      </p:pic>
      <p:pic>
        <p:nvPicPr>
          <p:cNvPr id="823" name="Picture 251" descr=""/>
          <p:cNvPicPr/>
          <p:nvPr/>
        </p:nvPicPr>
        <p:blipFill>
          <a:blip r:embed="rId17">
            <a:alphaModFix amt="90000"/>
          </a:blip>
          <a:stretch/>
        </p:blipFill>
        <p:spPr>
          <a:xfrm>
            <a:off x="3705480" y="12210480"/>
            <a:ext cx="1089720" cy="1217160"/>
          </a:xfrm>
          <a:prstGeom prst="rect">
            <a:avLst/>
          </a:prstGeom>
          <a:ln w="0">
            <a:noFill/>
          </a:ln>
        </p:spPr>
      </p:pic>
      <p:pic>
        <p:nvPicPr>
          <p:cNvPr id="824" name="Picture 268" descr=""/>
          <p:cNvPicPr/>
          <p:nvPr/>
        </p:nvPicPr>
        <p:blipFill>
          <a:blip r:embed="rId18">
            <a:alphaModFix amt="90000"/>
          </a:blip>
          <a:stretch/>
        </p:blipFill>
        <p:spPr>
          <a:xfrm>
            <a:off x="2007720" y="12261600"/>
            <a:ext cx="1534680" cy="1145880"/>
          </a:xfrm>
          <a:prstGeom prst="rect">
            <a:avLst/>
          </a:prstGeom>
          <a:ln w="0">
            <a:noFill/>
          </a:ln>
        </p:spPr>
      </p:pic>
      <p:pic>
        <p:nvPicPr>
          <p:cNvPr id="825" name="Picture 135" descr=""/>
          <p:cNvPicPr/>
          <p:nvPr/>
        </p:nvPicPr>
        <p:blipFill>
          <a:blip r:embed="rId19">
            <a:alphaModFix amt="90000"/>
          </a:blip>
          <a:stretch/>
        </p:blipFill>
        <p:spPr>
          <a:xfrm>
            <a:off x="6656400" y="12246480"/>
            <a:ext cx="1217160" cy="1217160"/>
          </a:xfrm>
          <a:prstGeom prst="rect">
            <a:avLst/>
          </a:prstGeom>
          <a:ln w="0">
            <a:noFill/>
          </a:ln>
        </p:spPr>
      </p:pic>
      <p:pic>
        <p:nvPicPr>
          <p:cNvPr id="826" name="Picture 136" descr=""/>
          <p:cNvPicPr/>
          <p:nvPr/>
        </p:nvPicPr>
        <p:blipFill>
          <a:blip r:embed="rId20">
            <a:alphaModFix amt="90000"/>
          </a:blip>
          <a:stretch/>
        </p:blipFill>
        <p:spPr>
          <a:xfrm>
            <a:off x="11246400" y="12188160"/>
            <a:ext cx="1764000" cy="1168920"/>
          </a:xfrm>
          <a:prstGeom prst="rect">
            <a:avLst/>
          </a:prstGeom>
          <a:ln w="0">
            <a:noFill/>
          </a:ln>
        </p:spPr>
      </p:pic>
      <p:pic>
        <p:nvPicPr>
          <p:cNvPr id="827" name="Picture 137" descr=""/>
          <p:cNvPicPr/>
          <p:nvPr/>
        </p:nvPicPr>
        <p:blipFill>
          <a:blip r:embed="rId21"/>
          <a:stretch/>
        </p:blipFill>
        <p:spPr>
          <a:xfrm>
            <a:off x="8256600" y="12273120"/>
            <a:ext cx="1071000" cy="1071000"/>
          </a:xfrm>
          <a:prstGeom prst="rect">
            <a:avLst/>
          </a:prstGeom>
          <a:ln w="0">
            <a:noFill/>
          </a:ln>
        </p:spPr>
      </p:pic>
      <p:graphicFrame>
        <p:nvGraphicFramePr>
          <p:cNvPr id="1" name="Diagram1"/>
          <p:cNvGraphicFramePr/>
          <p:nvPr>
            <p:extLst>
              <p:ext uri="{D42A27DB-BD31-4B8C-83A1-F6EECF244321}">
                <p14:modId xmlns:p14="http://schemas.microsoft.com/office/powerpoint/2010/main" val="2282398539"/>
              </p:ext>
            </p:extLst>
          </p:nvPr>
        </p:nvGraphicFramePr>
        <p:xfrm>
          <a:off x="1530720" y="3852360"/>
          <a:ext cx="7418520" cy="597960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pSp>
        <p:nvGrpSpPr>
          <p:cNvPr id="828" name="Group 139"/>
          <p:cNvGrpSpPr/>
          <p:nvPr/>
        </p:nvGrpSpPr>
        <p:grpSpPr>
          <a:xfrm>
            <a:off x="5659920" y="3991320"/>
            <a:ext cx="4813560" cy="856440"/>
            <a:chOff x="5659920" y="3991320"/>
            <a:chExt cx="4813560" cy="856440"/>
          </a:xfrm>
        </p:grpSpPr>
        <p:sp>
          <p:nvSpPr>
            <p:cNvPr id="829" name="Rectangle: Rounded Corners 152"/>
            <p:cNvSpPr/>
            <p:nvPr/>
          </p:nvSpPr>
          <p:spPr>
            <a:xfrm>
              <a:off x="5659920" y="3991320"/>
              <a:ext cx="4813560" cy="856440"/>
            </a:xfrm>
            <a:prstGeom prst="roundRect">
              <a:avLst>
                <a:gd name="adj" fmla="val 16667"/>
              </a:avLst>
            </a:prstGeom>
            <a:solidFill>
              <a:srgbClr val="ffffff"/>
            </a:solidFill>
            <a:ln>
              <a:solidFill>
                <a:srgbClr val="8cb35f"/>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30" name="Rectangle: Rounded Corners 4"/>
            <p:cNvSpPr/>
            <p:nvPr/>
          </p:nvSpPr>
          <p:spPr>
            <a:xfrm>
              <a:off x="5711400" y="4033080"/>
              <a:ext cx="4710600" cy="772560"/>
            </a:xfrm>
            <a:prstGeom prst="rect">
              <a:avLst/>
            </a:prstGeom>
            <a:noFill/>
            <a:ln w="0">
              <a:noFill/>
            </a:ln>
          </p:spPr>
          <p:style>
            <a:lnRef idx="0"/>
            <a:fillRef idx="0"/>
            <a:effectRef idx="0"/>
            <a:fontRef idx="minor"/>
          </p:style>
          <p:txBody>
            <a:bodyPr numCol="1" spcCol="1440" lIns="76320" rIns="76320" tIns="76320" bIns="76320" anchor="ctr">
              <a:noAutofit/>
            </a:bodyPr>
            <a:p>
              <a:pPr>
                <a:lnSpc>
                  <a:spcPct val="90000"/>
                </a:lnSpc>
                <a:spcAft>
                  <a:spcPts val="700"/>
                </a:spcAft>
                <a:tabLst>
                  <a:tab algn="l" pos="0"/>
                </a:tabLst>
              </a:pPr>
              <a:r>
                <a:rPr b="0" lang="en-US" sz="2000" spc="-1" strike="noStrike">
                  <a:solidFill>
                    <a:srgbClr val="5e5e5e"/>
                  </a:solidFill>
                  <a:latin typeface="Lato"/>
                  <a:ea typeface="Lato"/>
                </a:rPr>
                <a:t>1- Plantations €38M p.a. </a:t>
              </a:r>
              <a:endParaRPr b="0" lang="en-US" sz="2000" spc="-1" strike="noStrike">
                <a:solidFill>
                  <a:srgbClr val="000000"/>
                </a:solidFill>
                <a:latin typeface="Arial"/>
              </a:endParaRPr>
            </a:p>
            <a:p>
              <a:pPr>
                <a:lnSpc>
                  <a:spcPct val="90000"/>
                </a:lnSpc>
                <a:spcAft>
                  <a:spcPts val="700"/>
                </a:spcAft>
                <a:tabLst>
                  <a:tab algn="l" pos="0"/>
                </a:tabLst>
              </a:pPr>
              <a:r>
                <a:rPr b="0" lang="en-US" sz="2000" spc="-1" strike="noStrike">
                  <a:solidFill>
                    <a:srgbClr val="5e5e5e"/>
                  </a:solidFill>
                  <a:latin typeface="Lato"/>
                  <a:ea typeface="Lato"/>
                </a:rPr>
                <a:t>agri-food €20M p.a. </a:t>
              </a:r>
              <a:endParaRPr b="0" lang="en-US" sz="2000" spc="-1" strike="noStrike">
                <a:solidFill>
                  <a:srgbClr val="000000"/>
                </a:solidFill>
                <a:latin typeface="Arial"/>
              </a:endParaRPr>
            </a:p>
          </p:txBody>
        </p:sp>
      </p:grpSp>
      <p:grpSp>
        <p:nvGrpSpPr>
          <p:cNvPr id="831" name="Group 140"/>
          <p:cNvGrpSpPr/>
          <p:nvPr/>
        </p:nvGrpSpPr>
        <p:grpSpPr>
          <a:xfrm>
            <a:off x="5660640" y="5235120"/>
            <a:ext cx="4813560" cy="856440"/>
            <a:chOff x="5660640" y="5235120"/>
            <a:chExt cx="4813560" cy="856440"/>
          </a:xfrm>
        </p:grpSpPr>
        <p:sp>
          <p:nvSpPr>
            <p:cNvPr id="832" name="Rectangle: Rounded Corners 150"/>
            <p:cNvSpPr/>
            <p:nvPr/>
          </p:nvSpPr>
          <p:spPr>
            <a:xfrm>
              <a:off x="5660640" y="5235120"/>
              <a:ext cx="4813560" cy="856440"/>
            </a:xfrm>
            <a:prstGeom prst="roundRect">
              <a:avLst>
                <a:gd name="adj" fmla="val 16667"/>
              </a:avLst>
            </a:prstGeom>
            <a:solidFill>
              <a:srgbClr val="ffffff"/>
            </a:solidFill>
            <a:ln>
              <a:solidFill>
                <a:srgbClr val="8cb35f"/>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33" name="Rectangle: Rounded Corners 6"/>
            <p:cNvSpPr/>
            <p:nvPr/>
          </p:nvSpPr>
          <p:spPr>
            <a:xfrm>
              <a:off x="5712120" y="5277240"/>
              <a:ext cx="4710600" cy="772560"/>
            </a:xfrm>
            <a:prstGeom prst="rect">
              <a:avLst/>
            </a:prstGeom>
            <a:noFill/>
            <a:ln w="0">
              <a:noFill/>
            </a:ln>
          </p:spPr>
          <p:style>
            <a:lnRef idx="0"/>
            <a:fillRef idx="0"/>
            <a:effectRef idx="0"/>
            <a:fontRef idx="minor"/>
          </p:style>
          <p:txBody>
            <a:bodyPr numCol="1" spcCol="1440" lIns="76320" rIns="76320" tIns="76320" bIns="76320" anchor="ctr">
              <a:noAutofit/>
            </a:bodyPr>
            <a:p>
              <a:pPr>
                <a:lnSpc>
                  <a:spcPct val="90000"/>
                </a:lnSpc>
                <a:spcAft>
                  <a:spcPts val="700"/>
                </a:spcAft>
                <a:tabLst>
                  <a:tab algn="l" pos="0"/>
                </a:tabLst>
              </a:pPr>
              <a:r>
                <a:rPr b="0" lang="en-US" sz="2000" spc="-1" strike="noStrike">
                  <a:solidFill>
                    <a:srgbClr val="5e5e5e"/>
                  </a:solidFill>
                  <a:latin typeface="Lato"/>
                  <a:ea typeface="Lato"/>
                </a:rPr>
                <a:t>2- 4.2M T Carbon (tCO2e) sequestered  Years 1-10 </a:t>
              </a:r>
              <a:endParaRPr b="0" lang="en-US" sz="2000" spc="-1" strike="noStrike">
                <a:solidFill>
                  <a:srgbClr val="000000"/>
                </a:solidFill>
                <a:latin typeface="Arial"/>
              </a:endParaRPr>
            </a:p>
          </p:txBody>
        </p:sp>
      </p:grpSp>
      <p:grpSp>
        <p:nvGrpSpPr>
          <p:cNvPr id="834" name="Group 141"/>
          <p:cNvGrpSpPr/>
          <p:nvPr/>
        </p:nvGrpSpPr>
        <p:grpSpPr>
          <a:xfrm>
            <a:off x="5660640" y="6366960"/>
            <a:ext cx="4813560" cy="856440"/>
            <a:chOff x="5660640" y="6366960"/>
            <a:chExt cx="4813560" cy="856440"/>
          </a:xfrm>
        </p:grpSpPr>
        <p:sp>
          <p:nvSpPr>
            <p:cNvPr id="835" name="Rectangle: Rounded Corners 148"/>
            <p:cNvSpPr/>
            <p:nvPr/>
          </p:nvSpPr>
          <p:spPr>
            <a:xfrm>
              <a:off x="5660640" y="6366960"/>
              <a:ext cx="4813560" cy="856440"/>
            </a:xfrm>
            <a:prstGeom prst="roundRect">
              <a:avLst>
                <a:gd name="adj" fmla="val 16667"/>
              </a:avLst>
            </a:prstGeom>
            <a:solidFill>
              <a:srgbClr val="ffffff"/>
            </a:solidFill>
            <a:ln>
              <a:solidFill>
                <a:srgbClr val="8cb35f"/>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36" name="Rectangle: Rounded Corners 8"/>
            <p:cNvSpPr/>
            <p:nvPr/>
          </p:nvSpPr>
          <p:spPr>
            <a:xfrm>
              <a:off x="5712120" y="6408720"/>
              <a:ext cx="4710600" cy="772560"/>
            </a:xfrm>
            <a:prstGeom prst="rect">
              <a:avLst/>
            </a:prstGeom>
            <a:noFill/>
            <a:ln w="0">
              <a:noFill/>
            </a:ln>
          </p:spPr>
          <p:style>
            <a:lnRef idx="0"/>
            <a:fillRef idx="0"/>
            <a:effectRef idx="0"/>
            <a:fontRef idx="minor"/>
          </p:style>
          <p:txBody>
            <a:bodyPr numCol="1" spcCol="1440" lIns="76320" rIns="76320" tIns="76320" bIns="76320" anchor="ctr">
              <a:noAutofit/>
            </a:bodyPr>
            <a:p>
              <a:pPr>
                <a:lnSpc>
                  <a:spcPct val="90000"/>
                </a:lnSpc>
                <a:spcAft>
                  <a:spcPts val="700"/>
                </a:spcAft>
                <a:tabLst>
                  <a:tab algn="l" pos="0"/>
                </a:tabLst>
              </a:pPr>
              <a:r>
                <a:rPr b="0" lang="en-US" sz="2000" spc="-1" strike="noStrike">
                  <a:solidFill>
                    <a:srgbClr val="5e5e5e"/>
                  </a:solidFill>
                  <a:latin typeface="Lato"/>
                  <a:ea typeface="Lato"/>
                </a:rPr>
                <a:t>3- 1M ha trees; 4000T p.a. processed shea, mango, moringa, baobab, other</a:t>
              </a:r>
              <a:endParaRPr b="0" lang="en-US" sz="2000" spc="-1" strike="noStrike">
                <a:solidFill>
                  <a:srgbClr val="000000"/>
                </a:solidFill>
                <a:latin typeface="Arial"/>
              </a:endParaRPr>
            </a:p>
          </p:txBody>
        </p:sp>
      </p:grpSp>
      <p:grpSp>
        <p:nvGrpSpPr>
          <p:cNvPr id="837" name="Group 142"/>
          <p:cNvGrpSpPr/>
          <p:nvPr/>
        </p:nvGrpSpPr>
        <p:grpSpPr>
          <a:xfrm>
            <a:off x="5659920" y="7572600"/>
            <a:ext cx="4813560" cy="856440"/>
            <a:chOff x="5659920" y="7572600"/>
            <a:chExt cx="4813560" cy="856440"/>
          </a:xfrm>
        </p:grpSpPr>
        <p:sp>
          <p:nvSpPr>
            <p:cNvPr id="838" name="Rectangle: Rounded Corners 146"/>
            <p:cNvSpPr/>
            <p:nvPr/>
          </p:nvSpPr>
          <p:spPr>
            <a:xfrm>
              <a:off x="5659920" y="7572600"/>
              <a:ext cx="4813560" cy="856440"/>
            </a:xfrm>
            <a:prstGeom prst="roundRect">
              <a:avLst>
                <a:gd name="adj" fmla="val 16667"/>
              </a:avLst>
            </a:prstGeom>
            <a:solidFill>
              <a:srgbClr val="ffffff"/>
            </a:solidFill>
            <a:ln>
              <a:solidFill>
                <a:srgbClr val="8cb35f"/>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39" name="Rectangle: Rounded Corners 10"/>
            <p:cNvSpPr/>
            <p:nvPr/>
          </p:nvSpPr>
          <p:spPr>
            <a:xfrm>
              <a:off x="5711400" y="7614720"/>
              <a:ext cx="4710600" cy="772560"/>
            </a:xfrm>
            <a:prstGeom prst="rect">
              <a:avLst/>
            </a:prstGeom>
            <a:noFill/>
            <a:ln w="0">
              <a:noFill/>
            </a:ln>
          </p:spPr>
          <p:style>
            <a:lnRef idx="0"/>
            <a:fillRef idx="0"/>
            <a:effectRef idx="0"/>
            <a:fontRef idx="minor"/>
          </p:style>
          <p:txBody>
            <a:bodyPr numCol="1" spcCol="1440" lIns="76320" rIns="76320" tIns="76320" bIns="76320" anchor="ctr">
              <a:noAutofit/>
            </a:bodyPr>
            <a:p>
              <a:pPr>
                <a:lnSpc>
                  <a:spcPct val="90000"/>
                </a:lnSpc>
                <a:spcAft>
                  <a:spcPts val="700"/>
                </a:spcAft>
                <a:tabLst>
                  <a:tab algn="l" pos="0"/>
                </a:tabLst>
              </a:pPr>
              <a:r>
                <a:rPr b="0" lang="en-US" sz="2000" spc="-1" strike="noStrike">
                  <a:solidFill>
                    <a:srgbClr val="5e5e5e"/>
                  </a:solidFill>
                  <a:latin typeface="Lato"/>
                  <a:ea typeface="Lato"/>
                </a:rPr>
                <a:t>4- 750 Serious Shea Partners  (50% + women) plantations &amp; processing</a:t>
              </a:r>
              <a:endParaRPr b="0" lang="en-US" sz="2000" spc="-1" strike="noStrike">
                <a:solidFill>
                  <a:srgbClr val="000000"/>
                </a:solidFill>
                <a:latin typeface="Arial"/>
              </a:endParaRPr>
            </a:p>
          </p:txBody>
        </p:sp>
      </p:grpSp>
      <p:grpSp>
        <p:nvGrpSpPr>
          <p:cNvPr id="840" name="Group 143"/>
          <p:cNvGrpSpPr/>
          <p:nvPr/>
        </p:nvGrpSpPr>
        <p:grpSpPr>
          <a:xfrm>
            <a:off x="5659920" y="8807400"/>
            <a:ext cx="4813560" cy="856440"/>
            <a:chOff x="5659920" y="8807400"/>
            <a:chExt cx="4813560" cy="856440"/>
          </a:xfrm>
        </p:grpSpPr>
        <p:sp>
          <p:nvSpPr>
            <p:cNvPr id="841" name="Rectangle: Rounded Corners 144"/>
            <p:cNvSpPr/>
            <p:nvPr/>
          </p:nvSpPr>
          <p:spPr>
            <a:xfrm>
              <a:off x="5659920" y="8807400"/>
              <a:ext cx="4813560" cy="856440"/>
            </a:xfrm>
            <a:prstGeom prst="roundRect">
              <a:avLst>
                <a:gd name="adj" fmla="val 16667"/>
              </a:avLst>
            </a:prstGeom>
            <a:solidFill>
              <a:srgbClr val="ffffff"/>
            </a:solidFill>
            <a:ln>
              <a:solidFill>
                <a:srgbClr val="8cb35f"/>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42" name="Rectangle: Rounded Corners 12"/>
            <p:cNvSpPr/>
            <p:nvPr/>
          </p:nvSpPr>
          <p:spPr>
            <a:xfrm>
              <a:off x="5711400" y="8849520"/>
              <a:ext cx="4710600" cy="772560"/>
            </a:xfrm>
            <a:prstGeom prst="rect">
              <a:avLst/>
            </a:prstGeom>
            <a:noFill/>
            <a:ln w="0">
              <a:noFill/>
            </a:ln>
          </p:spPr>
          <p:style>
            <a:lnRef idx="0"/>
            <a:fillRef idx="0"/>
            <a:effectRef idx="0"/>
            <a:fontRef idx="minor"/>
          </p:style>
          <p:txBody>
            <a:bodyPr numCol="1" spcCol="1440" lIns="76320" rIns="76320" tIns="76320" bIns="76320" anchor="ctr">
              <a:noAutofit/>
            </a:bodyPr>
            <a:p>
              <a:pPr>
                <a:lnSpc>
                  <a:spcPct val="90000"/>
                </a:lnSpc>
                <a:spcAft>
                  <a:spcPts val="700"/>
                </a:spcAft>
                <a:tabLst>
                  <a:tab algn="l" pos="0"/>
                </a:tabLst>
              </a:pPr>
              <a:r>
                <a:rPr b="0" lang="en-US" sz="2000" spc="-1" strike="noStrike">
                  <a:solidFill>
                    <a:srgbClr val="5e5e5e"/>
                  </a:solidFill>
                  <a:latin typeface="Lato"/>
                  <a:ea typeface="Lato"/>
                </a:rPr>
                <a:t>5- 135,000 households 50%+ women 2x income 20% shares </a:t>
              </a:r>
              <a:endParaRPr b="0" lang="en-US" sz="2000" spc="-1" strike="noStrike">
                <a:solidFill>
                  <a:srgbClr val="000000"/>
                </a:solidFill>
                <a:latin typeface="Arial"/>
              </a:endParaRPr>
            </a:p>
          </p:txBody>
        </p:sp>
      </p:grpSp>
      <p:pic>
        <p:nvPicPr>
          <p:cNvPr id="843" name="Picture 1" descr=""/>
          <p:cNvPicPr/>
          <p:nvPr/>
        </p:nvPicPr>
        <p:blipFill>
          <a:blip r:embed="rId27"/>
          <a:stretch/>
        </p:blipFill>
        <p:spPr>
          <a:xfrm>
            <a:off x="20785320" y="12837600"/>
            <a:ext cx="3274920" cy="685080"/>
          </a:xfrm>
          <a:prstGeom prst="rect">
            <a:avLst/>
          </a:prstGeom>
          <a:ln w="0">
            <a:noFill/>
          </a:ln>
        </p:spPr>
      </p:pic>
      <p:pic>
        <p:nvPicPr>
          <p:cNvPr id="844" name="Graphic 1" descr=""/>
          <p:cNvPicPr/>
          <p:nvPr/>
        </p:nvPicPr>
        <p:blipFill>
          <a:blip r:embed="rId28"/>
          <a:stretch/>
        </p:blipFill>
        <p:spPr>
          <a:xfrm>
            <a:off x="9396360" y="12233160"/>
            <a:ext cx="1993680" cy="105192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5" name="Circle 3"/>
          <p:cNvSpPr/>
          <p:nvPr/>
        </p:nvSpPr>
        <p:spPr>
          <a:xfrm>
            <a:off x="12569760" y="2096640"/>
            <a:ext cx="9521280" cy="9521280"/>
          </a:xfrm>
          <a:prstGeom prst="ellipse">
            <a:avLst/>
          </a:prstGeom>
          <a:solidFill>
            <a:schemeClr val="accent1"/>
          </a:solidFill>
          <a:ln w="1270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6" name="Shape 4"/>
          <p:cNvSpPr/>
          <p:nvPr/>
        </p:nvSpPr>
        <p:spPr>
          <a:xfrm>
            <a:off x="-9360" y="320040"/>
            <a:ext cx="24365880" cy="637920"/>
          </a:xfrm>
          <a:prstGeom prst="rect">
            <a:avLst/>
          </a:prstGeom>
          <a:solidFill>
            <a:srgbClr val="8cb35f">
              <a:alpha val="90000"/>
            </a:srgbClr>
          </a:solidFill>
          <a:ln w="12600">
            <a:noFill/>
          </a:ln>
        </p:spPr>
        <p:style>
          <a:lnRef idx="0"/>
          <a:fillRef idx="0"/>
          <a:effectRef idx="0"/>
          <a:fontRef idx="minor"/>
        </p:style>
        <p:txBody>
          <a:bodyPr numCol="1" spcCol="0" lIns="45720" rIns="45720" tIns="45000" bIns="45000" anchor="ctr">
            <a:spAutoFit/>
          </a:bodyPr>
          <a:p>
            <a:pPr>
              <a:lnSpc>
                <a:spcPct val="100000"/>
              </a:lnSpc>
              <a:tabLst>
                <a:tab algn="l" pos="0"/>
              </a:tabLst>
            </a:pPr>
            <a:r>
              <a:rPr b="0" lang="en-US" sz="3600" spc="-1" strike="noStrike">
                <a:solidFill>
                  <a:srgbClr val="ffffff"/>
                </a:solidFill>
                <a:latin typeface="Aleo Bold"/>
                <a:ea typeface="Arial"/>
              </a:rPr>
              <a:t>  </a:t>
            </a:r>
            <a:r>
              <a:rPr b="0" lang="en-US" sz="3600" spc="-1" strike="noStrike">
                <a:solidFill>
                  <a:srgbClr val="ffffff"/>
                </a:solidFill>
                <a:latin typeface="Aleo Bold"/>
                <a:ea typeface="Arial"/>
              </a:rPr>
              <a:t>3. FINANCE AND MARKETING THROUGH PARTNERS </a:t>
            </a:r>
            <a:endParaRPr b="0" lang="en-US" sz="3600" spc="-1" strike="noStrike">
              <a:solidFill>
                <a:srgbClr val="000000"/>
              </a:solidFill>
              <a:latin typeface="Arial"/>
            </a:endParaRPr>
          </a:p>
        </p:txBody>
      </p:sp>
      <p:sp>
        <p:nvSpPr>
          <p:cNvPr id="847" name="Your Title Here 5"/>
          <p:cNvSpPr/>
          <p:nvPr/>
        </p:nvSpPr>
        <p:spPr>
          <a:xfrm>
            <a:off x="3886560" y="1728000"/>
            <a:ext cx="4060440" cy="558000"/>
          </a:xfrm>
          <a:prstGeom prst="rect">
            <a:avLst/>
          </a:prstGeom>
          <a:noFill/>
          <a:ln w="12700">
            <a:noFill/>
          </a:ln>
        </p:spPr>
        <p:style>
          <a:lnRef idx="0"/>
          <a:fillRef idx="0"/>
          <a:effectRef idx="0"/>
          <a:fontRef idx="minor"/>
        </p:style>
        <p:txBody>
          <a:bodyPr wrap="none" lIns="50760" rIns="50760" tIns="50760" bIns="50760" anchor="ctr">
            <a:spAutoFit/>
          </a:bodyPr>
          <a:p>
            <a:pPr algn="ctr">
              <a:lnSpc>
                <a:spcPct val="100000"/>
              </a:lnSpc>
              <a:tabLst>
                <a:tab algn="l" pos="0"/>
              </a:tabLst>
            </a:pPr>
            <a:r>
              <a:rPr b="1" lang="en-US" sz="3000" spc="-1" strike="noStrike">
                <a:solidFill>
                  <a:srgbClr val="000000"/>
                </a:solidFill>
                <a:latin typeface="Aleo Bold"/>
                <a:ea typeface="Aleo Bold"/>
              </a:rPr>
              <a:t>Financing Partners</a:t>
            </a:r>
            <a:endParaRPr b="0" lang="en-US" sz="3000" spc="-1" strike="noStrike">
              <a:solidFill>
                <a:srgbClr val="000000"/>
              </a:solidFill>
              <a:latin typeface="Arial"/>
            </a:endParaRPr>
          </a:p>
        </p:txBody>
      </p:sp>
      <p:pic>
        <p:nvPicPr>
          <p:cNvPr id="848" name="Picture 6" descr=""/>
          <p:cNvPicPr/>
          <p:nvPr/>
        </p:nvPicPr>
        <p:blipFill>
          <a:blip r:embed="rId1">
            <a:alphaModFix amt="90000"/>
          </a:blip>
          <a:stretch/>
        </p:blipFill>
        <p:spPr>
          <a:xfrm>
            <a:off x="5029200" y="2514600"/>
            <a:ext cx="1805040" cy="1805040"/>
          </a:xfrm>
          <a:prstGeom prst="rect">
            <a:avLst/>
          </a:prstGeom>
          <a:ln w="0">
            <a:noFill/>
          </a:ln>
        </p:spPr>
      </p:pic>
      <p:pic>
        <p:nvPicPr>
          <p:cNvPr id="849" name="Picture 7" descr=""/>
          <p:cNvPicPr/>
          <p:nvPr/>
        </p:nvPicPr>
        <p:blipFill>
          <a:blip r:embed="rId2"/>
          <a:stretch/>
        </p:blipFill>
        <p:spPr>
          <a:xfrm>
            <a:off x="7543800" y="2514600"/>
            <a:ext cx="1539000" cy="1539000"/>
          </a:xfrm>
          <a:prstGeom prst="rect">
            <a:avLst/>
          </a:prstGeom>
          <a:ln w="0">
            <a:noFill/>
          </a:ln>
        </p:spPr>
      </p:pic>
      <p:sp>
        <p:nvSpPr>
          <p:cNvPr id="850" name="Your Title Here 6"/>
          <p:cNvSpPr/>
          <p:nvPr/>
        </p:nvSpPr>
        <p:spPr>
          <a:xfrm>
            <a:off x="2706480" y="5258160"/>
            <a:ext cx="6536880" cy="558000"/>
          </a:xfrm>
          <a:prstGeom prst="rect">
            <a:avLst/>
          </a:prstGeom>
          <a:noFill/>
          <a:ln w="12700">
            <a:noFill/>
          </a:ln>
        </p:spPr>
        <p:style>
          <a:lnRef idx="0"/>
          <a:fillRef idx="0"/>
          <a:effectRef idx="0"/>
          <a:fontRef idx="minor"/>
        </p:style>
        <p:txBody>
          <a:bodyPr wrap="none" lIns="50760" rIns="50760" tIns="50760" bIns="50760" anchor="ctr">
            <a:spAutoFit/>
          </a:bodyPr>
          <a:p>
            <a:pPr algn="ctr">
              <a:lnSpc>
                <a:spcPct val="100000"/>
              </a:lnSpc>
              <a:tabLst>
                <a:tab algn="l" pos="0"/>
              </a:tabLst>
            </a:pPr>
            <a:r>
              <a:rPr b="1" lang="en-US" sz="3000" spc="-1" strike="noStrike">
                <a:solidFill>
                  <a:srgbClr val="000000"/>
                </a:solidFill>
                <a:latin typeface="Aleo Bold"/>
                <a:ea typeface="Aleo Bold"/>
              </a:rPr>
              <a:t>Agri-food value chain partners </a:t>
            </a:r>
            <a:endParaRPr b="0" lang="en-US" sz="3000" spc="-1" strike="noStrike">
              <a:solidFill>
                <a:srgbClr val="000000"/>
              </a:solidFill>
              <a:latin typeface="Arial"/>
            </a:endParaRPr>
          </a:p>
        </p:txBody>
      </p:sp>
      <p:pic>
        <p:nvPicPr>
          <p:cNvPr id="851" name="Picture 16" descr=""/>
          <p:cNvPicPr/>
          <p:nvPr/>
        </p:nvPicPr>
        <p:blipFill>
          <a:blip r:embed="rId3">
            <a:alphaModFix amt="90000"/>
          </a:blip>
          <a:srcRect l="0" t="19954" r="0" b="16004"/>
          <a:stretch/>
        </p:blipFill>
        <p:spPr>
          <a:xfrm>
            <a:off x="4577400" y="5914440"/>
            <a:ext cx="2720520" cy="1155960"/>
          </a:xfrm>
          <a:prstGeom prst="rect">
            <a:avLst/>
          </a:prstGeom>
          <a:ln w="0">
            <a:noFill/>
          </a:ln>
        </p:spPr>
      </p:pic>
      <p:sp>
        <p:nvSpPr>
          <p:cNvPr id="852" name="Your Title Here 7"/>
          <p:cNvSpPr/>
          <p:nvPr/>
        </p:nvSpPr>
        <p:spPr>
          <a:xfrm>
            <a:off x="4572000" y="7122240"/>
            <a:ext cx="2354760" cy="558000"/>
          </a:xfrm>
          <a:prstGeom prst="rect">
            <a:avLst/>
          </a:prstGeom>
          <a:noFill/>
          <a:ln w="12700">
            <a:noFill/>
          </a:ln>
        </p:spPr>
        <p:style>
          <a:lnRef idx="0"/>
          <a:fillRef idx="0"/>
          <a:effectRef idx="0"/>
          <a:fontRef idx="minor"/>
        </p:style>
        <p:txBody>
          <a:bodyPr wrap="none" lIns="50760" rIns="50760" tIns="50760" bIns="50760" anchor="ctr">
            <a:spAutoFit/>
          </a:bodyPr>
          <a:p>
            <a:pPr algn="ctr">
              <a:lnSpc>
                <a:spcPct val="100000"/>
              </a:lnSpc>
              <a:tabLst>
                <a:tab algn="l" pos="0"/>
              </a:tabLst>
            </a:pPr>
            <a:r>
              <a:rPr b="1" lang="en-US" sz="3000" spc="-1" strike="noStrike">
                <a:solidFill>
                  <a:srgbClr val="000000"/>
                </a:solidFill>
                <a:latin typeface="Aleo Bold"/>
                <a:ea typeface="Aleo Bold"/>
              </a:rPr>
              <a:t>Customers</a:t>
            </a:r>
            <a:endParaRPr b="0" lang="en-US" sz="3000" spc="-1" strike="noStrike">
              <a:solidFill>
                <a:srgbClr val="000000"/>
              </a:solidFill>
              <a:latin typeface="Arial"/>
            </a:endParaRPr>
          </a:p>
        </p:txBody>
      </p:sp>
      <p:sp>
        <p:nvSpPr>
          <p:cNvPr id="853" name="Your Title Here 8"/>
          <p:cNvSpPr/>
          <p:nvPr/>
        </p:nvSpPr>
        <p:spPr>
          <a:xfrm>
            <a:off x="4115160" y="10186200"/>
            <a:ext cx="3772440" cy="558000"/>
          </a:xfrm>
          <a:prstGeom prst="rect">
            <a:avLst/>
          </a:prstGeom>
          <a:noFill/>
          <a:ln w="12700">
            <a:noFill/>
          </a:ln>
        </p:spPr>
        <p:style>
          <a:lnRef idx="0"/>
          <a:fillRef idx="0"/>
          <a:effectRef idx="0"/>
          <a:fontRef idx="minor"/>
        </p:style>
        <p:txBody>
          <a:bodyPr wrap="none" lIns="50760" rIns="50760" tIns="50760" bIns="50760" anchor="ctr">
            <a:spAutoFit/>
          </a:bodyPr>
          <a:p>
            <a:pPr algn="ctr">
              <a:lnSpc>
                <a:spcPct val="100000"/>
              </a:lnSpc>
              <a:tabLst>
                <a:tab algn="l" pos="0"/>
              </a:tabLst>
            </a:pPr>
            <a:r>
              <a:rPr b="1" lang="en-US" sz="3000" spc="-1" strike="noStrike">
                <a:solidFill>
                  <a:srgbClr val="000000"/>
                </a:solidFill>
                <a:latin typeface="Aleo Bold"/>
                <a:ea typeface="Aleo Bold"/>
              </a:rPr>
              <a:t>Target Audiences</a:t>
            </a:r>
            <a:endParaRPr b="0" lang="en-US" sz="3000" spc="-1" strike="noStrike">
              <a:solidFill>
                <a:srgbClr val="000000"/>
              </a:solidFill>
              <a:latin typeface="Arial"/>
            </a:endParaRPr>
          </a:p>
        </p:txBody>
      </p:sp>
      <p:sp>
        <p:nvSpPr>
          <p:cNvPr id="854" name="TextBox 5"/>
          <p:cNvSpPr/>
          <p:nvPr/>
        </p:nvSpPr>
        <p:spPr>
          <a:xfrm>
            <a:off x="861840" y="7880400"/>
            <a:ext cx="11388600" cy="1929600"/>
          </a:xfrm>
          <a:prstGeom prst="rect">
            <a:avLst/>
          </a:prstGeom>
          <a:noFill/>
          <a:ln w="12700">
            <a:noFill/>
          </a:ln>
        </p:spPr>
        <p:style>
          <a:lnRef idx="0"/>
          <a:fillRef idx="0"/>
          <a:effectRef idx="0"/>
          <a:fontRef idx="minor"/>
        </p:style>
        <p:txBody>
          <a:bodyPr numCol="1" spcCol="38160" horzOverflow="overflow" lIns="50760" rIns="50760" tIns="50760" bIns="50760" anchor="ctr">
            <a:spAutoFit/>
          </a:bodyPr>
          <a:p>
            <a:pPr marL="343080" indent="-343080">
              <a:lnSpc>
                <a:spcPct val="100000"/>
              </a:lnSpc>
              <a:buClr>
                <a:srgbClr val="5e5e5e"/>
              </a:buClr>
              <a:buFont typeface="Arial"/>
              <a:buChar char="•"/>
            </a:pPr>
            <a:r>
              <a:rPr b="0" lang="en-US" sz="2400" spc="-1" strike="noStrike">
                <a:solidFill>
                  <a:srgbClr val="5e5e5e"/>
                </a:solidFill>
                <a:latin typeface="Lato"/>
                <a:ea typeface="Lato"/>
              </a:rPr>
              <a:t>Business and Industry (carbon offsets)</a:t>
            </a:r>
            <a:endParaRPr b="0" lang="en-US" sz="2400" spc="-1" strike="noStrike">
              <a:solidFill>
                <a:srgbClr val="000000"/>
              </a:solidFill>
              <a:latin typeface="Arial"/>
            </a:endParaRPr>
          </a:p>
          <a:p>
            <a:pPr marL="343080" indent="-343080">
              <a:lnSpc>
                <a:spcPct val="100000"/>
              </a:lnSpc>
              <a:buClr>
                <a:srgbClr val="5e5e5e"/>
              </a:buClr>
              <a:buFont typeface="Arial"/>
              <a:buChar char="•"/>
            </a:pPr>
            <a:r>
              <a:rPr b="0" lang="en-US" sz="2400" spc="-1" strike="noStrike">
                <a:solidFill>
                  <a:srgbClr val="5e5e5e"/>
                </a:solidFill>
                <a:latin typeface="Lato"/>
                <a:ea typeface="Lato"/>
              </a:rPr>
              <a:t>Imisk food distribution channels </a:t>
            </a:r>
            <a:endParaRPr b="0" lang="en-US" sz="2400" spc="-1" strike="noStrike">
              <a:solidFill>
                <a:srgbClr val="000000"/>
              </a:solidFill>
              <a:latin typeface="Arial"/>
            </a:endParaRPr>
          </a:p>
          <a:p>
            <a:pPr marL="343080" indent="-343080">
              <a:lnSpc>
                <a:spcPct val="100000"/>
              </a:lnSpc>
              <a:buClr>
                <a:srgbClr val="5e5e5e"/>
              </a:buClr>
              <a:buFont typeface="Arial"/>
              <a:buChar char="•"/>
            </a:pPr>
            <a:r>
              <a:rPr b="0" lang="en-US" sz="2400" spc="-1" strike="noStrike">
                <a:solidFill>
                  <a:srgbClr val="5e5e5e"/>
                </a:solidFill>
                <a:latin typeface="Lato"/>
                <a:ea typeface="Lato"/>
              </a:rPr>
              <a:t>Natural cosmetics (L'Occitane, Body Shop and other cosmetics groups through existing market relations and surveys by Agritech Group &amp; Serious Shea Burkina Faso)</a:t>
            </a:r>
            <a:endParaRPr b="0" lang="en-US" sz="2400" spc="-1" strike="noStrike">
              <a:solidFill>
                <a:srgbClr val="000000"/>
              </a:solidFill>
              <a:latin typeface="Arial"/>
            </a:endParaRPr>
          </a:p>
        </p:txBody>
      </p:sp>
      <p:sp>
        <p:nvSpPr>
          <p:cNvPr id="855" name="TextBox 6"/>
          <p:cNvSpPr/>
          <p:nvPr/>
        </p:nvSpPr>
        <p:spPr>
          <a:xfrm>
            <a:off x="802440" y="10924560"/>
            <a:ext cx="11388600" cy="1198080"/>
          </a:xfrm>
          <a:prstGeom prst="rect">
            <a:avLst/>
          </a:prstGeom>
          <a:noFill/>
          <a:ln w="12700">
            <a:noFill/>
          </a:ln>
        </p:spPr>
        <p:style>
          <a:lnRef idx="0"/>
          <a:fillRef idx="0"/>
          <a:effectRef idx="0"/>
          <a:fontRef idx="minor"/>
        </p:style>
        <p:txBody>
          <a:bodyPr numCol="1" spcCol="38160" horzOverflow="overflow" lIns="50760" rIns="50760" tIns="50760" bIns="50760" anchor="ctr">
            <a:spAutoFit/>
          </a:bodyPr>
          <a:p>
            <a:pPr marL="343080" indent="-343080">
              <a:lnSpc>
                <a:spcPct val="100000"/>
              </a:lnSpc>
              <a:buClr>
                <a:srgbClr val="5e5e5e"/>
              </a:buClr>
              <a:buFont typeface="Arial"/>
              <a:buChar char="•"/>
            </a:pPr>
            <a:r>
              <a:rPr b="0" lang="en-US" sz="2400" spc="-1" strike="noStrike">
                <a:solidFill>
                  <a:srgbClr val="5e5e5e"/>
                </a:solidFill>
                <a:latin typeface="Lato"/>
                <a:ea typeface="Lato"/>
              </a:rPr>
              <a:t>Certified Carbon Offsets Worldwide</a:t>
            </a:r>
            <a:endParaRPr b="0" lang="en-US" sz="2400" spc="-1" strike="noStrike">
              <a:solidFill>
                <a:srgbClr val="000000"/>
              </a:solidFill>
              <a:latin typeface="Arial"/>
            </a:endParaRPr>
          </a:p>
          <a:p>
            <a:pPr marL="343080" indent="-343080">
              <a:lnSpc>
                <a:spcPct val="100000"/>
              </a:lnSpc>
              <a:buClr>
                <a:srgbClr val="5e5e5e"/>
              </a:buClr>
              <a:buFont typeface="Arial"/>
              <a:buChar char="•"/>
            </a:pPr>
            <a:r>
              <a:rPr b="0" lang="en-US" sz="2400" spc="-1" strike="noStrike">
                <a:solidFill>
                  <a:srgbClr val="5e5e5e"/>
                </a:solidFill>
                <a:latin typeface="Lato"/>
                <a:ea typeface="Lato"/>
              </a:rPr>
              <a:t>Heath Foods (bulk for retail) Middle East, US, Europe</a:t>
            </a:r>
            <a:endParaRPr b="0" lang="en-US" sz="2400" spc="-1" strike="noStrike">
              <a:solidFill>
                <a:srgbClr val="000000"/>
              </a:solidFill>
              <a:latin typeface="Arial"/>
            </a:endParaRPr>
          </a:p>
          <a:p>
            <a:pPr marL="343080" indent="-343080">
              <a:lnSpc>
                <a:spcPct val="100000"/>
              </a:lnSpc>
              <a:buClr>
                <a:srgbClr val="5e5e5e"/>
              </a:buClr>
              <a:buFont typeface="Arial"/>
              <a:buChar char="•"/>
            </a:pPr>
            <a:r>
              <a:rPr b="0" lang="en-US" sz="2400" spc="-1" strike="noStrike">
                <a:solidFill>
                  <a:srgbClr val="5e5e5e"/>
                </a:solidFill>
                <a:latin typeface="Lato"/>
                <a:ea typeface="Lato"/>
              </a:rPr>
              <a:t>Shea butter and oils (bulk for retail) Middle East, US, Europe</a:t>
            </a:r>
            <a:endParaRPr b="0" lang="en-US" sz="2400" spc="-1" strike="noStrike">
              <a:solidFill>
                <a:srgbClr val="000000"/>
              </a:solidFill>
              <a:latin typeface="Arial"/>
            </a:endParaRPr>
          </a:p>
        </p:txBody>
      </p:sp>
      <p:pic>
        <p:nvPicPr>
          <p:cNvPr id="856" name="Graphic 2" descr=""/>
          <p:cNvPicPr/>
          <p:nvPr/>
        </p:nvPicPr>
        <p:blipFill>
          <a:blip r:embed="rId4"/>
          <a:stretch/>
        </p:blipFill>
        <p:spPr>
          <a:xfrm>
            <a:off x="1538280" y="2338560"/>
            <a:ext cx="3421080" cy="1805040"/>
          </a:xfrm>
          <a:prstGeom prst="rect">
            <a:avLst/>
          </a:prstGeom>
          <a:ln w="0">
            <a:noFill/>
          </a:ln>
        </p:spPr>
      </p:pic>
      <p:pic>
        <p:nvPicPr>
          <p:cNvPr id="857" name="Picture 17" descr=""/>
          <p:cNvPicPr/>
          <p:nvPr/>
        </p:nvPicPr>
        <p:blipFill>
          <a:blip r:embed="rId5"/>
          <a:stretch/>
        </p:blipFill>
        <p:spPr>
          <a:xfrm>
            <a:off x="21851280" y="13096800"/>
            <a:ext cx="2343240" cy="489960"/>
          </a:xfrm>
          <a:prstGeom prst="rect">
            <a:avLst/>
          </a:prstGeom>
          <a:ln w="0">
            <a:noFill/>
          </a:ln>
        </p:spPr>
      </p:pic>
      <p:sp>
        <p:nvSpPr>
          <p:cNvPr id="858" name="Picture Placeholder 2"/>
          <p:cNvSpPr/>
          <p:nvPr/>
        </p:nvSpPr>
        <p:spPr>
          <a:xfrm>
            <a:off x="11887200" y="2057400"/>
            <a:ext cx="9521280" cy="9521280"/>
          </a:xfrm>
          <a:custGeom>
            <a:avLst/>
            <a:gdLst>
              <a:gd name="textAreaLeft" fmla="*/ 0 w 9521280"/>
              <a:gd name="textAreaRight" fmla="*/ 9521640 w 9521280"/>
              <a:gd name="textAreaTop" fmla="*/ 0 h 9521280"/>
              <a:gd name="textAreaBottom" fmla="*/ 9521640 h 9521280"/>
            </a:gdLst>
            <a:ahLst/>
            <a:rect l="textAreaLeft" t="textAreaTop" r="textAreaRight" b="textAreaBottom"/>
            <a:pathLst>
              <a:path w="9522224" h="9522409">
                <a:moveTo>
                  <a:pt x="4761112" y="0"/>
                </a:moveTo>
                <a:cubicBezTo>
                  <a:pt x="5979604" y="0"/>
                  <a:pt x="7198536" y="465145"/>
                  <a:pt x="8127834" y="1394510"/>
                </a:cubicBezTo>
                <a:cubicBezTo>
                  <a:pt x="9057574" y="2324338"/>
                  <a:pt x="9522224" y="3542685"/>
                  <a:pt x="9522224" y="4761032"/>
                </a:cubicBezTo>
                <a:cubicBezTo>
                  <a:pt x="9522224" y="5979841"/>
                  <a:pt x="9057574" y="7198187"/>
                  <a:pt x="8127834" y="8128015"/>
                </a:cubicBezTo>
                <a:cubicBezTo>
                  <a:pt x="6268796" y="9987208"/>
                  <a:pt x="3253867" y="9987208"/>
                  <a:pt x="1394829" y="8128015"/>
                </a:cubicBezTo>
                <a:cubicBezTo>
                  <a:pt x="465090" y="7198187"/>
                  <a:pt x="0" y="5979841"/>
                  <a:pt x="0" y="4761032"/>
                </a:cubicBezTo>
                <a:cubicBezTo>
                  <a:pt x="0" y="3542685"/>
                  <a:pt x="465090" y="2324338"/>
                  <a:pt x="1394829" y="1394510"/>
                </a:cubicBezTo>
                <a:cubicBezTo>
                  <a:pt x="2324128" y="465145"/>
                  <a:pt x="3542620" y="0"/>
                  <a:pt x="4761112" y="0"/>
                </a:cubicBez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9" name="TextBox 7"/>
          <p:cNvSpPr/>
          <p:nvPr/>
        </p:nvSpPr>
        <p:spPr>
          <a:xfrm>
            <a:off x="914400" y="4334040"/>
            <a:ext cx="11388600" cy="832320"/>
          </a:xfrm>
          <a:prstGeom prst="rect">
            <a:avLst/>
          </a:prstGeom>
          <a:noFill/>
          <a:ln w="12700">
            <a:noFill/>
          </a:ln>
        </p:spPr>
        <p:style>
          <a:lnRef idx="0"/>
          <a:fillRef idx="0"/>
          <a:effectRef idx="0"/>
          <a:fontRef idx="minor"/>
        </p:style>
        <p:txBody>
          <a:bodyPr numCol="1" spcCol="38160" horzOverflow="overflow" lIns="50760" rIns="50760" tIns="50760" bIns="50760" anchor="ctr">
            <a:spAutoFit/>
          </a:bodyPr>
          <a:p>
            <a:pPr marL="343080" indent="-343080">
              <a:lnSpc>
                <a:spcPct val="100000"/>
              </a:lnSpc>
              <a:buClr>
                <a:srgbClr val="5e5e5e"/>
              </a:buClr>
              <a:buFont typeface="Arial"/>
              <a:buChar char="•"/>
            </a:pPr>
            <a:r>
              <a:rPr b="0" lang="en-US" sz="2400" spc="-1" strike="noStrike">
                <a:solidFill>
                  <a:srgbClr val="5e5e5e"/>
                </a:solidFill>
                <a:latin typeface="Lato"/>
                <a:ea typeface="Lato"/>
              </a:rPr>
              <a:t>Business and Industry (carbon offsets)</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p:txBody>
      </p:sp>
      <p:sp>
        <p:nvSpPr>
          <p:cNvPr id="860" name="TextBox 8"/>
          <p:cNvSpPr/>
          <p:nvPr/>
        </p:nvSpPr>
        <p:spPr>
          <a:xfrm>
            <a:off x="1863000" y="4151880"/>
            <a:ext cx="7737840" cy="832320"/>
          </a:xfrm>
          <a:prstGeom prst="rect">
            <a:avLst/>
          </a:prstGeom>
          <a:noFill/>
          <a:ln w="12700">
            <a:noFill/>
          </a:ln>
        </p:spPr>
        <p:style>
          <a:lnRef idx="0"/>
          <a:fillRef idx="0"/>
          <a:effectRef idx="0"/>
          <a:fontRef idx="minor"/>
        </p:style>
        <p:txBody>
          <a:bodyPr numCol="1" spcCol="38160" horzOverflow="overflow" lIns="50760" rIns="50760" tIns="50760" bIns="50760" anchor="ctr">
            <a:spAutoFit/>
          </a:bodyPr>
          <a:p>
            <a:pPr marL="343080" indent="-343080">
              <a:lnSpc>
                <a:spcPct val="100000"/>
              </a:lnSpc>
              <a:buClr>
                <a:srgbClr val="5e5e5e"/>
              </a:buClr>
              <a:buFont typeface="Arial"/>
              <a:buChar char="•"/>
            </a:pPr>
            <a:r>
              <a:rPr b="0" lang="en-US" sz="2400" spc="-1" strike="noStrike">
                <a:solidFill>
                  <a:srgbClr val="5e5e5e"/>
                </a:solidFill>
                <a:latin typeface="Lato"/>
                <a:ea typeface="Lato"/>
              </a:rPr>
              <a:t>40% Carbon Pre-payments (Equity); 60% Debt; 2% Project Finance Phase 1.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Shape 5"/>
          <p:cNvSpPr/>
          <p:nvPr/>
        </p:nvSpPr>
        <p:spPr>
          <a:xfrm>
            <a:off x="-9360" y="320040"/>
            <a:ext cx="24365880" cy="637920"/>
          </a:xfrm>
          <a:prstGeom prst="rect">
            <a:avLst/>
          </a:prstGeom>
          <a:solidFill>
            <a:srgbClr val="8cb35f">
              <a:alpha val="90000"/>
            </a:srgbClr>
          </a:solidFill>
          <a:ln w="12600">
            <a:noFill/>
          </a:ln>
        </p:spPr>
        <p:style>
          <a:lnRef idx="0"/>
          <a:fillRef idx="0"/>
          <a:effectRef idx="0"/>
          <a:fontRef idx="minor"/>
        </p:style>
        <p:txBody>
          <a:bodyPr numCol="1" spcCol="0" lIns="45720" rIns="45720" tIns="45000" bIns="45000" anchor="ctr">
            <a:spAutoFit/>
          </a:bodyPr>
          <a:p>
            <a:pPr>
              <a:lnSpc>
                <a:spcPct val="100000"/>
              </a:lnSpc>
              <a:tabLst>
                <a:tab algn="l" pos="0"/>
              </a:tabLst>
            </a:pPr>
            <a:r>
              <a:rPr b="0" lang="en-US" sz="3600" spc="-1" strike="noStrike">
                <a:solidFill>
                  <a:srgbClr val="ffffff"/>
                </a:solidFill>
                <a:latin typeface="Aleo Bold"/>
                <a:ea typeface="Arial"/>
              </a:rPr>
              <a:t>   </a:t>
            </a:r>
            <a:r>
              <a:rPr b="0" lang="en-US" sz="3600" spc="-1" strike="noStrike">
                <a:solidFill>
                  <a:srgbClr val="ffffff"/>
                </a:solidFill>
                <a:latin typeface="Aleo Bold"/>
                <a:ea typeface="Arial"/>
              </a:rPr>
              <a:t>4. VEHICLE GOVERNANCE</a:t>
            </a:r>
            <a:endParaRPr b="0" lang="en-US" sz="3600" spc="-1" strike="noStrike">
              <a:solidFill>
                <a:srgbClr val="000000"/>
              </a:solidFill>
              <a:latin typeface="Arial"/>
            </a:endParaRPr>
          </a:p>
        </p:txBody>
      </p:sp>
      <p:pic>
        <p:nvPicPr>
          <p:cNvPr id="862" name="Picture 5" descr="A person in a suit and tie&#10;&#10;Description generated with very high confidence"/>
          <p:cNvPicPr/>
          <p:nvPr/>
        </p:nvPicPr>
        <p:blipFill>
          <a:blip r:embed="rId1">
            <a:alphaModFix amt="90000"/>
          </a:blip>
          <a:stretch/>
        </p:blipFill>
        <p:spPr>
          <a:xfrm>
            <a:off x="1926360" y="3666960"/>
            <a:ext cx="1877760" cy="2314440"/>
          </a:xfrm>
          <a:prstGeom prst="rect">
            <a:avLst/>
          </a:prstGeom>
          <a:ln w="6480">
            <a:solidFill>
              <a:srgbClr val="000000"/>
            </a:solidFill>
            <a:round/>
          </a:ln>
        </p:spPr>
      </p:pic>
      <p:sp>
        <p:nvSpPr>
          <p:cNvPr id="863" name="TextBox 9"/>
          <p:cNvSpPr/>
          <p:nvPr/>
        </p:nvSpPr>
        <p:spPr>
          <a:xfrm>
            <a:off x="4853160" y="3489120"/>
            <a:ext cx="17969760" cy="3078000"/>
          </a:xfrm>
          <a:prstGeom prst="rect">
            <a:avLst/>
          </a:prstGeom>
          <a:noFill/>
          <a:ln w="12600">
            <a:noFill/>
          </a:ln>
        </p:spPr>
        <p:style>
          <a:lnRef idx="0"/>
          <a:fillRef idx="0"/>
          <a:effectRef idx="0"/>
          <a:fontRef idx="minor"/>
        </p:style>
        <p:txBody>
          <a:bodyPr numCol="1" spcCol="38160" lIns="45720" rIns="45720" tIns="45000" bIns="45000" anchor="t">
            <a:spAutoFit/>
          </a:bodyPr>
          <a:p>
            <a:pPr algn="just">
              <a:lnSpc>
                <a:spcPct val="100000"/>
              </a:lnSpc>
              <a:tabLst>
                <a:tab algn="l" pos="0"/>
              </a:tabLst>
            </a:pPr>
            <a:r>
              <a:rPr b="1" lang="en-US" sz="2800" spc="-1" strike="noStrike">
                <a:solidFill>
                  <a:srgbClr val="7d7d7d"/>
                </a:solidFill>
                <a:latin typeface="Aleo Bold"/>
                <a:ea typeface="Lato"/>
              </a:rPr>
              <a:t>80% SHARES;  GOLDEN ORGANICS GLOBAL; BLENDED FUND MANAGER</a:t>
            </a:r>
            <a:endParaRPr b="0" lang="en-US" sz="2800" spc="-1" strike="noStrike">
              <a:solidFill>
                <a:srgbClr val="000000"/>
              </a:solidFill>
              <a:latin typeface="Arial"/>
            </a:endParaRPr>
          </a:p>
          <a:p>
            <a:pPr algn="just">
              <a:lnSpc>
                <a:spcPct val="100000"/>
              </a:lnSpc>
              <a:tabLst>
                <a:tab algn="l" pos="0"/>
              </a:tabLst>
            </a:pPr>
            <a:endParaRPr b="0" lang="en-US" sz="2800" spc="-1" strike="noStrike">
              <a:solidFill>
                <a:srgbClr val="000000"/>
              </a:solidFill>
              <a:latin typeface="Arial"/>
            </a:endParaRPr>
          </a:p>
          <a:p>
            <a:pPr algn="just">
              <a:lnSpc>
                <a:spcPct val="100000"/>
              </a:lnSpc>
              <a:tabLst>
                <a:tab algn="l" pos="0"/>
              </a:tabLst>
            </a:pPr>
            <a:r>
              <a:rPr b="0" lang="en-US" sz="2000" spc="-1" strike="noStrike">
                <a:solidFill>
                  <a:srgbClr val="7d7d7d"/>
                </a:solidFill>
                <a:latin typeface="Lato"/>
                <a:ea typeface="Lato"/>
              </a:rPr>
              <a:t>William Kwende, CEO Golden Organics &amp; Serious Shea Executive Chairman is also Founder &amp; CEO of Agritech Group which has organized the collection of shea nuts and other African commodities for the major international markets in Europe and Asia since 2010 (e,g 5-10 000 T /year shea nuts). Agritech Group has processed and exported shea butter for several years, produced and planted millions of trees in arid lands, and successfully certified a carbon generating project. William has a masters in Business Planning from Quantic School of Business and Technology, and was co author of the Serious Shea Project which won the WEF-Uplink 1t.org Sahel and Great Green Wall Challenge in 2021.  William has since played a major international role to advance the GGW initiative including at DAVOS 2022, with the African Union, the European Parliament, the UNFCCC and with public and private investors.</a:t>
            </a:r>
            <a:endParaRPr b="0" lang="en-US" sz="2000" spc="-1" strike="noStrike">
              <a:solidFill>
                <a:srgbClr val="000000"/>
              </a:solidFill>
              <a:latin typeface="Arial"/>
            </a:endParaRPr>
          </a:p>
        </p:txBody>
      </p:sp>
      <p:pic>
        <p:nvPicPr>
          <p:cNvPr id="864" name="Picture 19" descr=""/>
          <p:cNvPicPr/>
          <p:nvPr/>
        </p:nvPicPr>
        <p:blipFill>
          <a:blip r:embed="rId2">
            <a:alphaModFix amt="90000"/>
          </a:blip>
          <a:stretch/>
        </p:blipFill>
        <p:spPr>
          <a:xfrm>
            <a:off x="1926360" y="7967880"/>
            <a:ext cx="1959120" cy="2598120"/>
          </a:xfrm>
          <a:prstGeom prst="rect">
            <a:avLst/>
          </a:prstGeom>
          <a:ln w="0">
            <a:noFill/>
          </a:ln>
        </p:spPr>
      </p:pic>
      <p:sp>
        <p:nvSpPr>
          <p:cNvPr id="865" name="TextBox 10"/>
          <p:cNvSpPr/>
          <p:nvPr/>
        </p:nvSpPr>
        <p:spPr>
          <a:xfrm>
            <a:off x="4903200" y="7808400"/>
            <a:ext cx="17969760" cy="2285280"/>
          </a:xfrm>
          <a:prstGeom prst="rect">
            <a:avLst/>
          </a:prstGeom>
          <a:noFill/>
          <a:ln w="12600">
            <a:noFill/>
          </a:ln>
        </p:spPr>
        <p:style>
          <a:lnRef idx="0"/>
          <a:fillRef idx="0"/>
          <a:effectRef idx="0"/>
          <a:fontRef idx="minor"/>
        </p:style>
        <p:txBody>
          <a:bodyPr numCol="1" spcCol="38160" lIns="45720" rIns="45720" tIns="45000" bIns="45000" anchor="t">
            <a:spAutoFit/>
          </a:bodyPr>
          <a:p>
            <a:pPr algn="just">
              <a:lnSpc>
                <a:spcPct val="100000"/>
              </a:lnSpc>
              <a:tabLst>
                <a:tab algn="l" pos="0"/>
              </a:tabLst>
            </a:pPr>
            <a:r>
              <a:rPr b="1" lang="en-US" sz="2800" spc="-1" strike="noStrike">
                <a:solidFill>
                  <a:srgbClr val="7d7d7d"/>
                </a:solidFill>
                <a:latin typeface="Aleo Bold"/>
                <a:ea typeface="Lato"/>
              </a:rPr>
              <a:t>20% SHARES; SENEGAL WOMEN’S &amp; YOUTH GROUP COMMUNITY FUND DELIVERED THROUGH COOPERATIVE INSTRUMENTS</a:t>
            </a:r>
            <a:endParaRPr b="0" lang="en-US" sz="2800" spc="-1" strike="noStrike">
              <a:solidFill>
                <a:srgbClr val="000000"/>
              </a:solidFill>
              <a:latin typeface="Arial"/>
            </a:endParaRPr>
          </a:p>
          <a:p>
            <a:pPr algn="just">
              <a:lnSpc>
                <a:spcPct val="100000"/>
              </a:lnSpc>
              <a:tabLst>
                <a:tab algn="l" pos="0"/>
              </a:tabLst>
            </a:pPr>
            <a:endParaRPr b="0" lang="en-US" sz="2800" spc="-1" strike="noStrike">
              <a:solidFill>
                <a:srgbClr val="000000"/>
              </a:solidFill>
              <a:latin typeface="Arial"/>
            </a:endParaRPr>
          </a:p>
          <a:p>
            <a:pPr algn="just">
              <a:lnSpc>
                <a:spcPct val="100000"/>
              </a:lnSpc>
              <a:tabLst>
                <a:tab algn="l" pos="0"/>
              </a:tabLst>
            </a:pPr>
            <a:r>
              <a:rPr b="0" lang="en-US" sz="2000" spc="-1" strike="noStrike">
                <a:solidFill>
                  <a:srgbClr val="7d7d7d"/>
                </a:solidFill>
                <a:latin typeface="Lato"/>
                <a:ea typeface="Lato"/>
              </a:rPr>
              <a:t>Fatou Mboup, Team Leader for Senegal Cooperatives and Value Chains, specialized in communications and marketing at Nice Cabuccia Visa International College (France). She has 20 years experience in communications and public relations including in companies such as Canals Plus Horizons, MATFOURCE and ABM.</a:t>
            </a:r>
            <a:endParaRPr b="0" lang="en-US" sz="2000" spc="-1" strike="noStrike">
              <a:solidFill>
                <a:srgbClr val="000000"/>
              </a:solidFill>
              <a:latin typeface="Arial"/>
            </a:endParaRPr>
          </a:p>
        </p:txBody>
      </p:sp>
      <p:pic>
        <p:nvPicPr>
          <p:cNvPr id="866" name="Picture 20" descr=""/>
          <p:cNvPicPr/>
          <p:nvPr/>
        </p:nvPicPr>
        <p:blipFill>
          <a:blip r:embed="rId3"/>
          <a:stretch/>
        </p:blipFill>
        <p:spPr>
          <a:xfrm>
            <a:off x="21851280" y="13096800"/>
            <a:ext cx="2343240" cy="4899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icture Placeholder 17"/>
          <p:cNvSpPr/>
          <p:nvPr/>
        </p:nvSpPr>
        <p:spPr>
          <a:xfrm>
            <a:off x="-9720" y="0"/>
            <a:ext cx="24402600" cy="13725720"/>
          </a:xfrm>
          <a:custGeom>
            <a:avLst/>
            <a:gdLst>
              <a:gd name="textAreaLeft" fmla="*/ 0 w 24402600"/>
              <a:gd name="textAreaRight" fmla="*/ 24402960 w 24402600"/>
              <a:gd name="textAreaTop" fmla="*/ 0 h 13725720"/>
              <a:gd name="textAreaBottom" fmla="*/ 13726080 h 13725720"/>
            </a:gdLst>
            <a:ahLst/>
            <a:rect l="textAreaLeft" t="textAreaTop" r="textAreaRight" b="textAreaBottom"/>
            <a:pathLst>
              <a:path w="24403574" h="13726964">
                <a:moveTo>
                  <a:pt x="0" y="0"/>
                </a:moveTo>
                <a:lnTo>
                  <a:pt x="24403574" y="0"/>
                </a:lnTo>
                <a:lnTo>
                  <a:pt x="24403574" y="13726964"/>
                </a:lnTo>
                <a:lnTo>
                  <a:pt x="0" y="13726964"/>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68" name="Shape 2"/>
          <p:cNvSpPr/>
          <p:nvPr/>
        </p:nvSpPr>
        <p:spPr>
          <a:xfrm>
            <a:off x="-9720" y="320040"/>
            <a:ext cx="24366240" cy="637920"/>
          </a:xfrm>
          <a:prstGeom prst="rect">
            <a:avLst/>
          </a:prstGeom>
          <a:solidFill>
            <a:srgbClr val="8cb35f">
              <a:alpha val="90000"/>
            </a:srgbClr>
          </a:solidFill>
          <a:ln w="12600">
            <a:solidFill>
              <a:srgbClr val="ffffff"/>
            </a:solidFill>
            <a:round/>
          </a:ln>
        </p:spPr>
        <p:style>
          <a:lnRef idx="0"/>
          <a:fillRef idx="0"/>
          <a:effectRef idx="0"/>
          <a:fontRef idx="minor"/>
        </p:style>
        <p:txBody>
          <a:bodyPr numCol="1" spcCol="0" lIns="45720" rIns="45720" tIns="45000" bIns="45000" anchor="ctr">
            <a:spAutoFit/>
          </a:bodyPr>
          <a:p>
            <a:pPr>
              <a:lnSpc>
                <a:spcPct val="100000"/>
              </a:lnSpc>
              <a:tabLst>
                <a:tab algn="l" pos="0"/>
              </a:tabLst>
            </a:pPr>
            <a:r>
              <a:rPr b="0" lang="en-US" sz="3600" spc="-1" strike="noStrike">
                <a:solidFill>
                  <a:srgbClr val="ffffff"/>
                </a:solidFill>
                <a:latin typeface="Aleo Bold"/>
                <a:ea typeface="Arial"/>
              </a:rPr>
              <a:t>   </a:t>
            </a:r>
            <a:r>
              <a:rPr b="0" lang="en-US" sz="3600" spc="-1" strike="noStrike">
                <a:solidFill>
                  <a:srgbClr val="ffffff"/>
                </a:solidFill>
                <a:latin typeface="Aleo Bold"/>
                <a:ea typeface="Arial"/>
              </a:rPr>
              <a:t>9. CONTACT</a:t>
            </a:r>
            <a:endParaRPr b="0" lang="en-US" sz="3600" spc="-1" strike="noStrike">
              <a:solidFill>
                <a:srgbClr val="000000"/>
              </a:solidFill>
              <a:latin typeface="Arial"/>
            </a:endParaRPr>
          </a:p>
        </p:txBody>
      </p:sp>
      <p:sp>
        <p:nvSpPr>
          <p:cNvPr id="869" name="TextBox 3"/>
          <p:cNvSpPr/>
          <p:nvPr/>
        </p:nvSpPr>
        <p:spPr>
          <a:xfrm>
            <a:off x="10032840" y="6137280"/>
            <a:ext cx="10533600" cy="1441440"/>
          </a:xfrm>
          <a:prstGeom prst="rect">
            <a:avLst/>
          </a:prstGeom>
          <a:noFill/>
          <a:ln w="12700">
            <a:noFill/>
          </a:ln>
        </p:spPr>
        <p:style>
          <a:lnRef idx="0"/>
          <a:fillRef idx="0"/>
          <a:effectRef idx="0"/>
          <a:fontRef idx="minor"/>
        </p:style>
        <p:txBody>
          <a:bodyPr numCol="1" spcCol="38160" horzOverflow="overflow" lIns="50760" rIns="50760" tIns="50760" bIns="50760" anchor="ctr">
            <a:spAutoFit/>
          </a:bodyPr>
          <a:p>
            <a:pPr>
              <a:lnSpc>
                <a:spcPct val="100000"/>
              </a:lnSpc>
              <a:tabLst>
                <a:tab algn="l" pos="0"/>
              </a:tabLst>
            </a:pPr>
            <a:r>
              <a:rPr b="0" lang="en-US" sz="4400" spc="-1" strike="noStrike">
                <a:solidFill>
                  <a:srgbClr val="000000"/>
                </a:solidFill>
                <a:latin typeface="Aleo Bold"/>
                <a:ea typeface="Helvetica Neue"/>
              </a:rPr>
              <a:t>William Kwende</a:t>
            </a:r>
            <a:endParaRPr b="0" lang="en-US" sz="4400" spc="-1" strike="noStrike">
              <a:solidFill>
                <a:srgbClr val="000000"/>
              </a:solidFill>
              <a:latin typeface="Arial"/>
            </a:endParaRPr>
          </a:p>
          <a:p>
            <a:pPr>
              <a:lnSpc>
                <a:spcPct val="100000"/>
              </a:lnSpc>
              <a:tabLst>
                <a:tab algn="l" pos="0"/>
              </a:tabLst>
            </a:pPr>
            <a:r>
              <a:rPr b="0" lang="en-US" sz="4400" spc="-1" strike="noStrike">
                <a:solidFill>
                  <a:srgbClr val="000000"/>
                </a:solidFill>
                <a:latin typeface="Aleo Bold"/>
                <a:ea typeface="Helvetica Neue"/>
              </a:rPr>
              <a:t>E-mail: </a:t>
            </a:r>
            <a:r>
              <a:rPr b="0" lang="en-US" sz="4000" spc="-1" strike="noStrike">
                <a:solidFill>
                  <a:srgbClr val="000000"/>
                </a:solidFill>
                <a:latin typeface="Aleo Bold"/>
                <a:ea typeface="Helvetica Neue"/>
              </a:rPr>
              <a:t>MD@golden-organics.com</a:t>
            </a:r>
            <a:endParaRPr b="0" lang="en-US" sz="4000" spc="-1" strike="noStrike">
              <a:solidFill>
                <a:srgbClr val="000000"/>
              </a:solidFill>
              <a:latin typeface="Arial"/>
            </a:endParaRPr>
          </a:p>
        </p:txBody>
      </p:sp>
      <p:pic>
        <p:nvPicPr>
          <p:cNvPr id="870" name="Picture 2" descr=""/>
          <p:cNvPicPr/>
          <p:nvPr/>
        </p:nvPicPr>
        <p:blipFill>
          <a:blip r:embed="rId2"/>
          <a:stretch/>
        </p:blipFill>
        <p:spPr>
          <a:xfrm>
            <a:off x="21851280" y="13096800"/>
            <a:ext cx="2343240" cy="4899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e5e5e"/>
      </a:dk2>
      <a:lt2>
        <a:srgbClr val="d5d5d5"/>
      </a:lt2>
      <a:accent1>
        <a:srgbClr val="8cb35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706</TotalTime>
  <Application>LibreOffice/24.2.2.2$Windows_X86_64 LibreOffice_project/d56cc158d8a96260b836f100ef4b4ef25d6f1a01</Application>
  <AppVersion>15.0000</AppVersion>
  <Words>4353</Words>
  <Paragraphs>791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Sencer</dc:creator>
  <dc:description/>
  <dc:language>en-US</dc:language>
  <cp:lastModifiedBy/>
  <dcterms:modified xsi:type="dcterms:W3CDTF">2026-02-08T01:42:26Z</dcterms:modified>
  <cp:revision>47</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Custom</vt:lpwstr>
  </property>
  <property fmtid="{D5CDD505-2E9C-101B-9397-08002B2CF9AE}" pid="4" name="Slides">
    <vt:i4>29</vt:i4>
  </property>
</Properties>
</file>